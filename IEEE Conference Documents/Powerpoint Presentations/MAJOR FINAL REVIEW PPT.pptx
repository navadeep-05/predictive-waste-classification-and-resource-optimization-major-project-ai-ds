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 id="2147483660" r:id="rId2"/>
    <p:sldMasterId id="2147483661" r:id="rId3"/>
    <p:sldMasterId id="2147483662" r:id="rId4"/>
  </p:sldMasterIdLst>
  <p:notesMasterIdLst>
    <p:notesMasterId r:id="rId33"/>
  </p:notesMasterIdLst>
  <p:sldIdLst>
    <p:sldId id="256" r:id="rId5"/>
    <p:sldId id="257" r:id="rId6"/>
    <p:sldId id="258" r:id="rId7"/>
    <p:sldId id="259" r:id="rId8"/>
    <p:sldId id="260" r:id="rId9"/>
    <p:sldId id="261" r:id="rId10"/>
    <p:sldId id="262" r:id="rId11"/>
    <p:sldId id="263" r:id="rId12"/>
    <p:sldId id="264" r:id="rId13"/>
    <p:sldId id="266" r:id="rId14"/>
    <p:sldId id="267" r:id="rId15"/>
    <p:sldId id="268" r:id="rId16"/>
    <p:sldId id="287" r:id="rId17"/>
    <p:sldId id="286" r:id="rId18"/>
    <p:sldId id="269" r:id="rId19"/>
    <p:sldId id="271" r:id="rId20"/>
    <p:sldId id="270" r:id="rId21"/>
    <p:sldId id="272" r:id="rId22"/>
    <p:sldId id="275" r:id="rId23"/>
    <p:sldId id="273" r:id="rId24"/>
    <p:sldId id="276" r:id="rId25"/>
    <p:sldId id="277" r:id="rId26"/>
    <p:sldId id="278" r:id="rId27"/>
    <p:sldId id="279" r:id="rId28"/>
    <p:sldId id="280" r:id="rId29"/>
    <p:sldId id="282" r:id="rId30"/>
    <p:sldId id="284" r:id="rId31"/>
    <p:sldId id="285" r:id="rId32"/>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894175-7607-4A5F-A874-683BBF6F7866}" v="229" dt="2026-04-22T04:27:33.8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9" autoAdjust="0"/>
  </p:normalViewPr>
  <p:slideViewPr>
    <p:cSldViewPr snapToGrid="0">
      <p:cViewPr varScale="1">
        <p:scale>
          <a:sx n="64" d="100"/>
          <a:sy n="64" d="100"/>
        </p:scale>
        <p:origin x="178" y="72"/>
      </p:cViewPr>
      <p:guideLst>
        <p:guide orient="horz" pos="2160"/>
        <p:guide pos="2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adeep Jakkamsetti" userId="1b8696bd0bc038e5" providerId="LiveId" clId="{79DDC66B-AC70-45D6-9D3B-3C30979499F8}"/>
    <pc:docChg chg="undo custSel addSld delSld modSld sldOrd">
      <pc:chgData name="Navadeep Jakkamsetti" userId="1b8696bd0bc038e5" providerId="LiveId" clId="{79DDC66B-AC70-45D6-9D3B-3C30979499F8}" dt="2026-04-22T04:35:32.955" v="2080" actId="1076"/>
      <pc:docMkLst>
        <pc:docMk/>
      </pc:docMkLst>
      <pc:sldChg chg="modSp mod">
        <pc:chgData name="Navadeep Jakkamsetti" userId="1b8696bd0bc038e5" providerId="LiveId" clId="{79DDC66B-AC70-45D6-9D3B-3C30979499F8}" dt="2026-04-22T03:54:03.549" v="1722" actId="1076"/>
        <pc:sldMkLst>
          <pc:docMk/>
          <pc:sldMk cId="0" sldId="256"/>
        </pc:sldMkLst>
        <pc:spChg chg="mod">
          <ac:chgData name="Navadeep Jakkamsetti" userId="1b8696bd0bc038e5" providerId="LiveId" clId="{79DDC66B-AC70-45D6-9D3B-3C30979499F8}" dt="2026-04-22T03:53:59.574" v="1721" actId="1076"/>
          <ac:spMkLst>
            <pc:docMk/>
            <pc:sldMk cId="0" sldId="256"/>
            <ac:spMk id="575" creationId="{00000000-0000-0000-0000-000000000000}"/>
          </ac:spMkLst>
        </pc:spChg>
        <pc:spChg chg="mod">
          <ac:chgData name="Navadeep Jakkamsetti" userId="1b8696bd0bc038e5" providerId="LiveId" clId="{79DDC66B-AC70-45D6-9D3B-3C30979499F8}" dt="2026-04-22T03:54:03.549" v="1722" actId="1076"/>
          <ac:spMkLst>
            <pc:docMk/>
            <pc:sldMk cId="0" sldId="256"/>
            <ac:spMk id="580" creationId="{00000000-0000-0000-0000-000000000000}"/>
          </ac:spMkLst>
        </pc:spChg>
        <pc:spChg chg="mod">
          <ac:chgData name="Navadeep Jakkamsetti" userId="1b8696bd0bc038e5" providerId="LiveId" clId="{79DDC66B-AC70-45D6-9D3B-3C30979499F8}" dt="2026-04-21T12:54:35.495" v="98" actId="20577"/>
          <ac:spMkLst>
            <pc:docMk/>
            <pc:sldMk cId="0" sldId="256"/>
            <ac:spMk id="583" creationId="{00000000-0000-0000-0000-000000000000}"/>
          </ac:spMkLst>
        </pc:spChg>
        <pc:spChg chg="mod">
          <ac:chgData name="Navadeep Jakkamsetti" userId="1b8696bd0bc038e5" providerId="LiveId" clId="{79DDC66B-AC70-45D6-9D3B-3C30979499F8}" dt="2026-04-21T12:21:20.645" v="17" actId="1076"/>
          <ac:spMkLst>
            <pc:docMk/>
            <pc:sldMk cId="0" sldId="256"/>
            <ac:spMk id="584" creationId="{00000000-0000-0000-0000-000000000000}"/>
          </ac:spMkLst>
        </pc:spChg>
        <pc:spChg chg="mod">
          <ac:chgData name="Navadeep Jakkamsetti" userId="1b8696bd0bc038e5" providerId="LiveId" clId="{79DDC66B-AC70-45D6-9D3B-3C30979499F8}" dt="2026-04-21T12:24:39.041" v="43" actId="1076"/>
          <ac:spMkLst>
            <pc:docMk/>
            <pc:sldMk cId="0" sldId="256"/>
            <ac:spMk id="585" creationId="{00000000-0000-0000-0000-000000000000}"/>
          </ac:spMkLst>
        </pc:spChg>
      </pc:sldChg>
      <pc:sldChg chg="modSp mod">
        <pc:chgData name="Navadeep Jakkamsetti" userId="1b8696bd0bc038e5" providerId="LiveId" clId="{79DDC66B-AC70-45D6-9D3B-3C30979499F8}" dt="2026-04-22T04:31:41.197" v="2023" actId="20577"/>
        <pc:sldMkLst>
          <pc:docMk/>
          <pc:sldMk cId="0" sldId="257"/>
        </pc:sldMkLst>
        <pc:spChg chg="mod">
          <ac:chgData name="Navadeep Jakkamsetti" userId="1b8696bd0bc038e5" providerId="LiveId" clId="{79DDC66B-AC70-45D6-9D3B-3C30979499F8}" dt="2026-04-21T12:55:01.449" v="101"/>
          <ac:spMkLst>
            <pc:docMk/>
            <pc:sldMk cId="0" sldId="257"/>
            <ac:spMk id="3" creationId="{7B4B3F27-65C2-37B6-E3CB-A3E2FF595955}"/>
          </ac:spMkLst>
        </pc:spChg>
        <pc:spChg chg="mod">
          <ac:chgData name="Navadeep Jakkamsetti" userId="1b8696bd0bc038e5" providerId="LiveId" clId="{79DDC66B-AC70-45D6-9D3B-3C30979499F8}" dt="2026-04-22T04:30:46.199" v="1951" actId="1076"/>
          <ac:spMkLst>
            <pc:docMk/>
            <pc:sldMk cId="0" sldId="257"/>
            <ac:spMk id="591" creationId="{00000000-0000-0000-0000-000000000000}"/>
          </ac:spMkLst>
        </pc:spChg>
        <pc:spChg chg="mod">
          <ac:chgData name="Navadeep Jakkamsetti" userId="1b8696bd0bc038e5" providerId="LiveId" clId="{79DDC66B-AC70-45D6-9D3B-3C30979499F8}" dt="2026-04-22T04:31:41.197" v="2023" actId="20577"/>
          <ac:spMkLst>
            <pc:docMk/>
            <pc:sldMk cId="0" sldId="257"/>
            <ac:spMk id="595" creationId="{00000000-0000-0000-0000-000000000000}"/>
          </ac:spMkLst>
        </pc:spChg>
      </pc:sldChg>
      <pc:sldChg chg="addSp delSp modSp mod">
        <pc:chgData name="Navadeep Jakkamsetti" userId="1b8696bd0bc038e5" providerId="LiveId" clId="{79DDC66B-AC70-45D6-9D3B-3C30979499F8}" dt="2026-04-21T12:55:01.449" v="101"/>
        <pc:sldMkLst>
          <pc:docMk/>
          <pc:sldMk cId="0" sldId="258"/>
        </pc:sldMkLst>
        <pc:spChg chg="mod">
          <ac:chgData name="Navadeep Jakkamsetti" userId="1b8696bd0bc038e5" providerId="LiveId" clId="{79DDC66B-AC70-45D6-9D3B-3C30979499F8}" dt="2026-04-21T12:55:01.449" v="101"/>
          <ac:spMkLst>
            <pc:docMk/>
            <pc:sldMk cId="0" sldId="258"/>
            <ac:spMk id="2" creationId="{6BF75AF3-36B7-9E0E-5B52-D4279E4BECA5}"/>
          </ac:spMkLst>
        </pc:spChg>
        <pc:spChg chg="add mod">
          <ac:chgData name="Navadeep Jakkamsetti" userId="1b8696bd0bc038e5" providerId="LiveId" clId="{79DDC66B-AC70-45D6-9D3B-3C30979499F8}" dt="2026-04-21T12:43:30.740" v="50" actId="20577"/>
          <ac:spMkLst>
            <pc:docMk/>
            <pc:sldMk cId="0" sldId="258"/>
            <ac:spMk id="3" creationId="{DF117201-F68D-13BE-5C47-D18CAC8A618B}"/>
          </ac:spMkLst>
        </pc:spChg>
        <pc:spChg chg="add">
          <ac:chgData name="Navadeep Jakkamsetti" userId="1b8696bd0bc038e5" providerId="LiveId" clId="{79DDC66B-AC70-45D6-9D3B-3C30979499F8}" dt="2026-04-21T12:43:20.537" v="49"/>
          <ac:spMkLst>
            <pc:docMk/>
            <pc:sldMk cId="0" sldId="258"/>
            <ac:spMk id="4" creationId="{4CC80F8F-DDD8-8307-93AF-109E06CB7070}"/>
          </ac:spMkLst>
        </pc:spChg>
        <pc:spChg chg="del">
          <ac:chgData name="Navadeep Jakkamsetti" userId="1b8696bd0bc038e5" providerId="LiveId" clId="{79DDC66B-AC70-45D6-9D3B-3C30979499F8}" dt="2026-04-21T12:26:23.483" v="46" actId="21"/>
          <ac:spMkLst>
            <pc:docMk/>
            <pc:sldMk cId="0" sldId="258"/>
            <ac:spMk id="604" creationId="{00000000-0000-0000-0000-000000000000}"/>
          </ac:spMkLst>
        </pc:spChg>
      </pc:sldChg>
      <pc:sldChg chg="addSp delSp modSp mod">
        <pc:chgData name="Navadeep Jakkamsetti" userId="1b8696bd0bc038e5" providerId="LiveId" clId="{79DDC66B-AC70-45D6-9D3B-3C30979499F8}" dt="2026-04-21T13:05:55.612" v="147" actId="20577"/>
        <pc:sldMkLst>
          <pc:docMk/>
          <pc:sldMk cId="0" sldId="259"/>
        </pc:sldMkLst>
        <pc:spChg chg="mod">
          <ac:chgData name="Navadeep Jakkamsetti" userId="1b8696bd0bc038e5" providerId="LiveId" clId="{79DDC66B-AC70-45D6-9D3B-3C30979499F8}" dt="2026-04-21T12:55:01.449" v="101"/>
          <ac:spMkLst>
            <pc:docMk/>
            <pc:sldMk cId="0" sldId="259"/>
            <ac:spMk id="2" creationId="{1D9F4DA1-9383-F197-D8C1-0D5B57EBDD7D}"/>
          </ac:spMkLst>
        </pc:spChg>
        <pc:spChg chg="add mod">
          <ac:chgData name="Navadeep Jakkamsetti" userId="1b8696bd0bc038e5" providerId="LiveId" clId="{79DDC66B-AC70-45D6-9D3B-3C30979499F8}" dt="2026-04-21T13:05:55.612" v="147" actId="20577"/>
          <ac:spMkLst>
            <pc:docMk/>
            <pc:sldMk cId="0" sldId="259"/>
            <ac:spMk id="3" creationId="{918FCE71-06D1-3096-C782-8044C475803F}"/>
          </ac:spMkLst>
        </pc:spChg>
        <pc:spChg chg="add">
          <ac:chgData name="Navadeep Jakkamsetti" userId="1b8696bd0bc038e5" providerId="LiveId" clId="{79DDC66B-AC70-45D6-9D3B-3C30979499F8}" dt="2026-04-21T12:51:33.030" v="71"/>
          <ac:spMkLst>
            <pc:docMk/>
            <pc:sldMk cId="0" sldId="259"/>
            <ac:spMk id="4" creationId="{BBBE5017-DFFC-3B6B-45DE-A793AEA865D4}"/>
          </ac:spMkLst>
        </pc:spChg>
        <pc:spChg chg="add">
          <ac:chgData name="Navadeep Jakkamsetti" userId="1b8696bd0bc038e5" providerId="LiveId" clId="{79DDC66B-AC70-45D6-9D3B-3C30979499F8}" dt="2026-04-21T12:51:38.887" v="73"/>
          <ac:spMkLst>
            <pc:docMk/>
            <pc:sldMk cId="0" sldId="259"/>
            <ac:spMk id="5" creationId="{2663B292-A474-8855-5209-8058FBB342BC}"/>
          </ac:spMkLst>
        </pc:spChg>
        <pc:spChg chg="mod">
          <ac:chgData name="Navadeep Jakkamsetti" userId="1b8696bd0bc038e5" providerId="LiveId" clId="{79DDC66B-AC70-45D6-9D3B-3C30979499F8}" dt="2026-04-21T12:43:39.676" v="52" actId="1076"/>
          <ac:spMkLst>
            <pc:docMk/>
            <pc:sldMk cId="0" sldId="259"/>
            <ac:spMk id="609" creationId="{00000000-0000-0000-0000-000000000000}"/>
          </ac:spMkLst>
        </pc:spChg>
        <pc:spChg chg="del">
          <ac:chgData name="Navadeep Jakkamsetti" userId="1b8696bd0bc038e5" providerId="LiveId" clId="{79DDC66B-AC70-45D6-9D3B-3C30979499F8}" dt="2026-04-21T12:45:02.765" v="54" actId="21"/>
          <ac:spMkLst>
            <pc:docMk/>
            <pc:sldMk cId="0" sldId="259"/>
            <ac:spMk id="613" creationId="{00000000-0000-0000-0000-000000000000}"/>
          </ac:spMkLst>
        </pc:spChg>
      </pc:sldChg>
      <pc:sldChg chg="addSp delSp modSp mod">
        <pc:chgData name="Navadeep Jakkamsetti" userId="1b8696bd0bc038e5" providerId="LiveId" clId="{79DDC66B-AC70-45D6-9D3B-3C30979499F8}" dt="2026-04-21T13:02:39.362" v="144" actId="1076"/>
        <pc:sldMkLst>
          <pc:docMk/>
          <pc:sldMk cId="0" sldId="260"/>
        </pc:sldMkLst>
        <pc:spChg chg="mod">
          <ac:chgData name="Navadeep Jakkamsetti" userId="1b8696bd0bc038e5" providerId="LiveId" clId="{79DDC66B-AC70-45D6-9D3B-3C30979499F8}" dt="2026-04-21T12:55:01.449" v="101"/>
          <ac:spMkLst>
            <pc:docMk/>
            <pc:sldMk cId="0" sldId="260"/>
            <ac:spMk id="2" creationId="{DA9904D1-6DA2-5FAD-EB57-F260E3EDE792}"/>
          </ac:spMkLst>
        </pc:spChg>
        <pc:spChg chg="add mod">
          <ac:chgData name="Navadeep Jakkamsetti" userId="1b8696bd0bc038e5" providerId="LiveId" clId="{79DDC66B-AC70-45D6-9D3B-3C30979499F8}" dt="2026-04-21T13:02:39.362" v="144" actId="1076"/>
          <ac:spMkLst>
            <pc:docMk/>
            <pc:sldMk cId="0" sldId="260"/>
            <ac:spMk id="3" creationId="{5CFEE813-B1DA-52C0-5E0E-2957E07F6264}"/>
          </ac:spMkLst>
        </pc:spChg>
        <pc:spChg chg="add">
          <ac:chgData name="Navadeep Jakkamsetti" userId="1b8696bd0bc038e5" providerId="LiveId" clId="{79DDC66B-AC70-45D6-9D3B-3C30979499F8}" dt="2026-04-21T13:01:00.594" v="120"/>
          <ac:spMkLst>
            <pc:docMk/>
            <pc:sldMk cId="0" sldId="260"/>
            <ac:spMk id="4" creationId="{EE627526-B1C7-3B8F-3537-361F3095DAA3}"/>
          </ac:spMkLst>
        </pc:spChg>
        <pc:spChg chg="mod">
          <ac:chgData name="Navadeep Jakkamsetti" userId="1b8696bd0bc038e5" providerId="LiveId" clId="{79DDC66B-AC70-45D6-9D3B-3C30979499F8}" dt="2026-04-21T12:55:42.829" v="103" actId="1076"/>
          <ac:spMkLst>
            <pc:docMk/>
            <pc:sldMk cId="0" sldId="260"/>
            <ac:spMk id="618" creationId="{00000000-0000-0000-0000-000000000000}"/>
          </ac:spMkLst>
        </pc:spChg>
        <pc:spChg chg="del">
          <ac:chgData name="Navadeep Jakkamsetti" userId="1b8696bd0bc038e5" providerId="LiveId" clId="{79DDC66B-AC70-45D6-9D3B-3C30979499F8}" dt="2026-04-21T12:56:14.128" v="104" actId="21"/>
          <ac:spMkLst>
            <pc:docMk/>
            <pc:sldMk cId="0" sldId="260"/>
            <ac:spMk id="622" creationId="{00000000-0000-0000-0000-000000000000}"/>
          </ac:spMkLst>
        </pc:spChg>
      </pc:sldChg>
      <pc:sldChg chg="addSp delSp modSp mod">
        <pc:chgData name="Navadeep Jakkamsetti" userId="1b8696bd0bc038e5" providerId="LiveId" clId="{79DDC66B-AC70-45D6-9D3B-3C30979499F8}" dt="2026-04-21T13:08:25.008" v="155" actId="1076"/>
        <pc:sldMkLst>
          <pc:docMk/>
          <pc:sldMk cId="0" sldId="261"/>
        </pc:sldMkLst>
        <pc:spChg chg="mod">
          <ac:chgData name="Navadeep Jakkamsetti" userId="1b8696bd0bc038e5" providerId="LiveId" clId="{79DDC66B-AC70-45D6-9D3B-3C30979499F8}" dt="2026-04-21T12:55:01.449" v="101"/>
          <ac:spMkLst>
            <pc:docMk/>
            <pc:sldMk cId="0" sldId="261"/>
            <ac:spMk id="3" creationId="{8F4B977F-76BC-DD19-E5AC-12E7E8830454}"/>
          </ac:spMkLst>
        </pc:spChg>
        <pc:spChg chg="mod">
          <ac:chgData name="Navadeep Jakkamsetti" userId="1b8696bd0bc038e5" providerId="LiveId" clId="{79DDC66B-AC70-45D6-9D3B-3C30979499F8}" dt="2026-04-21T13:08:25.008" v="155" actId="1076"/>
          <ac:spMkLst>
            <pc:docMk/>
            <pc:sldMk cId="0" sldId="261"/>
            <ac:spMk id="627" creationId="{00000000-0000-0000-0000-000000000000}"/>
          </ac:spMkLst>
        </pc:spChg>
        <pc:spChg chg="del">
          <ac:chgData name="Navadeep Jakkamsetti" userId="1b8696bd0bc038e5" providerId="LiveId" clId="{79DDC66B-AC70-45D6-9D3B-3C30979499F8}" dt="2026-04-21T13:06:59.669" v="148" actId="21"/>
          <ac:spMkLst>
            <pc:docMk/>
            <pc:sldMk cId="0" sldId="261"/>
            <ac:spMk id="631" creationId="{00000000-0000-0000-0000-000000000000}"/>
          </ac:spMkLst>
        </pc:spChg>
        <pc:graphicFrameChg chg="add mod">
          <ac:chgData name="Navadeep Jakkamsetti" userId="1b8696bd0bc038e5" providerId="LiveId" clId="{79DDC66B-AC70-45D6-9D3B-3C30979499F8}" dt="2026-04-21T13:07:50.689" v="153"/>
          <ac:graphicFrameMkLst>
            <pc:docMk/>
            <pc:sldMk cId="0" sldId="261"/>
            <ac:graphicFrameMk id="2" creationId="{54D4B117-1EEB-5C10-BDA4-2C69B33DB1B1}"/>
          </ac:graphicFrameMkLst>
        </pc:graphicFrameChg>
        <pc:picChg chg="mod">
          <ac:chgData name="Navadeep Jakkamsetti" userId="1b8696bd0bc038e5" providerId="LiveId" clId="{79DDC66B-AC70-45D6-9D3B-3C30979499F8}" dt="2026-04-21T13:07:12.950" v="152" actId="1076"/>
          <ac:picMkLst>
            <pc:docMk/>
            <pc:sldMk cId="0" sldId="261"/>
            <ac:picMk id="632" creationId="{00000000-0000-0000-0000-000000000000}"/>
          </ac:picMkLst>
        </pc:picChg>
      </pc:sldChg>
      <pc:sldChg chg="addSp delSp modSp mod">
        <pc:chgData name="Navadeep Jakkamsetti" userId="1b8696bd0bc038e5" providerId="LiveId" clId="{79DDC66B-AC70-45D6-9D3B-3C30979499F8}" dt="2026-04-21T13:35:27.618" v="302" actId="1076"/>
        <pc:sldMkLst>
          <pc:docMk/>
          <pc:sldMk cId="0" sldId="262"/>
        </pc:sldMkLst>
        <pc:spChg chg="mod">
          <ac:chgData name="Navadeep Jakkamsetti" userId="1b8696bd0bc038e5" providerId="LiveId" clId="{79DDC66B-AC70-45D6-9D3B-3C30979499F8}" dt="2026-04-21T12:55:01.449" v="101"/>
          <ac:spMkLst>
            <pc:docMk/>
            <pc:sldMk cId="0" sldId="262"/>
            <ac:spMk id="2" creationId="{636CB8CD-33BD-BFA3-A345-C77E68682A6D}"/>
          </ac:spMkLst>
        </pc:spChg>
        <pc:spChg chg="add del mod">
          <ac:chgData name="Navadeep Jakkamsetti" userId="1b8696bd0bc038e5" providerId="LiveId" clId="{79DDC66B-AC70-45D6-9D3B-3C30979499F8}" dt="2026-04-21T13:30:05.587" v="260" actId="478"/>
          <ac:spMkLst>
            <pc:docMk/>
            <pc:sldMk cId="0" sldId="262"/>
            <ac:spMk id="3" creationId="{1C31DA06-1AF7-77A7-E671-E9DEC0979DEB}"/>
          </ac:spMkLst>
        </pc:spChg>
        <pc:spChg chg="add">
          <ac:chgData name="Navadeep Jakkamsetti" userId="1b8696bd0bc038e5" providerId="LiveId" clId="{79DDC66B-AC70-45D6-9D3B-3C30979499F8}" dt="2026-04-21T13:30:07.863" v="261"/>
          <ac:spMkLst>
            <pc:docMk/>
            <pc:sldMk cId="0" sldId="262"/>
            <ac:spMk id="4" creationId="{A217C5BB-0728-878C-ADE3-3FE7009FDCD5}"/>
          </ac:spMkLst>
        </pc:spChg>
        <pc:spChg chg="add">
          <ac:chgData name="Navadeep Jakkamsetti" userId="1b8696bd0bc038e5" providerId="LiveId" clId="{79DDC66B-AC70-45D6-9D3B-3C30979499F8}" dt="2026-04-21T13:30:14.891" v="262"/>
          <ac:spMkLst>
            <pc:docMk/>
            <pc:sldMk cId="0" sldId="262"/>
            <ac:spMk id="5" creationId="{B66C6B89-0873-2C63-2AE8-48674A7FEA7B}"/>
          </ac:spMkLst>
        </pc:spChg>
        <pc:spChg chg="mod">
          <ac:chgData name="Navadeep Jakkamsetti" userId="1b8696bd0bc038e5" providerId="LiveId" clId="{79DDC66B-AC70-45D6-9D3B-3C30979499F8}" dt="2026-04-21T13:35:27.618" v="302" actId="1076"/>
          <ac:spMkLst>
            <pc:docMk/>
            <pc:sldMk cId="0" sldId="262"/>
            <ac:spMk id="638" creationId="{00000000-0000-0000-0000-000000000000}"/>
          </ac:spMkLst>
        </pc:spChg>
        <pc:spChg chg="mod">
          <ac:chgData name="Navadeep Jakkamsetti" userId="1b8696bd0bc038e5" providerId="LiveId" clId="{79DDC66B-AC70-45D6-9D3B-3C30979499F8}" dt="2026-04-21T13:35:23.481" v="301" actId="1076"/>
          <ac:spMkLst>
            <pc:docMk/>
            <pc:sldMk cId="0" sldId="262"/>
            <ac:spMk id="642" creationId="{00000000-0000-0000-0000-000000000000}"/>
          </ac:spMkLst>
        </pc:spChg>
        <pc:picChg chg="add del mod">
          <ac:chgData name="Navadeep Jakkamsetti" userId="1b8696bd0bc038e5" providerId="LiveId" clId="{79DDC66B-AC70-45D6-9D3B-3C30979499F8}" dt="2026-04-21T13:32:14.757" v="267" actId="21"/>
          <ac:picMkLst>
            <pc:docMk/>
            <pc:sldMk cId="0" sldId="262"/>
            <ac:picMk id="7" creationId="{E9CE6BFB-B925-2872-7B52-B9183058E680}"/>
          </ac:picMkLst>
        </pc:picChg>
        <pc:picChg chg="add mod">
          <ac:chgData name="Navadeep Jakkamsetti" userId="1b8696bd0bc038e5" providerId="LiveId" clId="{79DDC66B-AC70-45D6-9D3B-3C30979499F8}" dt="2026-04-21T13:35:17.941" v="300" actId="1076"/>
          <ac:picMkLst>
            <pc:docMk/>
            <pc:sldMk cId="0" sldId="262"/>
            <ac:picMk id="9" creationId="{E8186C46-B9CC-DEDF-094F-C30001661803}"/>
          </ac:picMkLst>
        </pc:picChg>
      </pc:sldChg>
      <pc:sldChg chg="addSp delSp modSp mod">
        <pc:chgData name="Navadeep Jakkamsetti" userId="1b8696bd0bc038e5" providerId="LiveId" clId="{79DDC66B-AC70-45D6-9D3B-3C30979499F8}" dt="2026-04-21T16:46:10.868" v="458" actId="1076"/>
        <pc:sldMkLst>
          <pc:docMk/>
          <pc:sldMk cId="0" sldId="263"/>
        </pc:sldMkLst>
        <pc:spChg chg="mod">
          <ac:chgData name="Navadeep Jakkamsetti" userId="1b8696bd0bc038e5" providerId="LiveId" clId="{79DDC66B-AC70-45D6-9D3B-3C30979499F8}" dt="2026-04-21T12:55:01.449" v="101"/>
          <ac:spMkLst>
            <pc:docMk/>
            <pc:sldMk cId="0" sldId="263"/>
            <ac:spMk id="2" creationId="{9CF59396-3C40-4886-73F0-99EC813F6B13}"/>
          </ac:spMkLst>
        </pc:spChg>
        <pc:spChg chg="add mod">
          <ac:chgData name="Navadeep Jakkamsetti" userId="1b8696bd0bc038e5" providerId="LiveId" clId="{79DDC66B-AC70-45D6-9D3B-3C30979499F8}" dt="2026-04-21T16:46:10.868" v="458" actId="1076"/>
          <ac:spMkLst>
            <pc:docMk/>
            <pc:sldMk cId="0" sldId="263"/>
            <ac:spMk id="11" creationId="{C43B6005-145A-D131-CC64-5EB0BFD52500}"/>
          </ac:spMkLst>
        </pc:spChg>
        <pc:spChg chg="del mod">
          <ac:chgData name="Navadeep Jakkamsetti" userId="1b8696bd0bc038e5" providerId="LiveId" clId="{79DDC66B-AC70-45D6-9D3B-3C30979499F8}" dt="2026-04-21T16:44:02.425" v="416" actId="478"/>
          <ac:spMkLst>
            <pc:docMk/>
            <pc:sldMk cId="0" sldId="263"/>
            <ac:spMk id="651" creationId="{00000000-0000-0000-0000-000000000000}"/>
          </ac:spMkLst>
        </pc:spChg>
        <pc:picChg chg="add del mod">
          <ac:chgData name="Navadeep Jakkamsetti" userId="1b8696bd0bc038e5" providerId="LiveId" clId="{79DDC66B-AC70-45D6-9D3B-3C30979499F8}" dt="2026-04-21T16:33:37.434" v="366" actId="478"/>
          <ac:picMkLst>
            <pc:docMk/>
            <pc:sldMk cId="0" sldId="263"/>
            <ac:picMk id="4" creationId="{4E409281-D6FF-0B64-5901-1A9FC560779E}"/>
          </ac:picMkLst>
        </pc:picChg>
        <pc:picChg chg="add del mod">
          <ac:chgData name="Navadeep Jakkamsetti" userId="1b8696bd0bc038e5" providerId="LiveId" clId="{79DDC66B-AC70-45D6-9D3B-3C30979499F8}" dt="2026-04-21T16:34:14.449" v="368" actId="478"/>
          <ac:picMkLst>
            <pc:docMk/>
            <pc:sldMk cId="0" sldId="263"/>
            <ac:picMk id="6" creationId="{5C6BD471-144F-157F-6C54-85FAE80A64E7}"/>
          </ac:picMkLst>
        </pc:picChg>
        <pc:picChg chg="add del mod">
          <ac:chgData name="Navadeep Jakkamsetti" userId="1b8696bd0bc038e5" providerId="LiveId" clId="{79DDC66B-AC70-45D6-9D3B-3C30979499F8}" dt="2026-04-21T16:34:51.452" v="370" actId="478"/>
          <ac:picMkLst>
            <pc:docMk/>
            <pc:sldMk cId="0" sldId="263"/>
            <ac:picMk id="8" creationId="{EFC46BE8-8B89-2B59-231C-8B7FB2BD7FD9}"/>
          </ac:picMkLst>
        </pc:picChg>
        <pc:picChg chg="add del mod">
          <ac:chgData name="Navadeep Jakkamsetti" userId="1b8696bd0bc038e5" providerId="LiveId" clId="{79DDC66B-AC70-45D6-9D3B-3C30979499F8}" dt="2026-04-21T16:41:39.669" v="398" actId="21"/>
          <ac:picMkLst>
            <pc:docMk/>
            <pc:sldMk cId="0" sldId="263"/>
            <ac:picMk id="10" creationId="{706C7479-429E-76B8-EEDA-0456A1252FD0}"/>
          </ac:picMkLst>
        </pc:picChg>
        <pc:picChg chg="add mod">
          <ac:chgData name="Navadeep Jakkamsetti" userId="1b8696bd0bc038e5" providerId="LiveId" clId="{79DDC66B-AC70-45D6-9D3B-3C30979499F8}" dt="2026-04-21T16:42:26.669" v="401" actId="14100"/>
          <ac:picMkLst>
            <pc:docMk/>
            <pc:sldMk cId="0" sldId="263"/>
            <ac:picMk id="13" creationId="{95B1E2FD-0A86-32F9-99F2-A1D8B601BDF2}"/>
          </ac:picMkLst>
        </pc:picChg>
      </pc:sldChg>
      <pc:sldChg chg="modSp mod">
        <pc:chgData name="Navadeep Jakkamsetti" userId="1b8696bd0bc038e5" providerId="LiveId" clId="{79DDC66B-AC70-45D6-9D3B-3C30979499F8}" dt="2026-04-21T17:00:07.366" v="470" actId="14100"/>
        <pc:sldMkLst>
          <pc:docMk/>
          <pc:sldMk cId="0" sldId="264"/>
        </pc:sldMkLst>
        <pc:spChg chg="mod">
          <ac:chgData name="Navadeep Jakkamsetti" userId="1b8696bd0bc038e5" providerId="LiveId" clId="{79DDC66B-AC70-45D6-9D3B-3C30979499F8}" dt="2026-04-21T16:59:48.073" v="467" actId="1076"/>
          <ac:spMkLst>
            <pc:docMk/>
            <pc:sldMk cId="0" sldId="264"/>
            <ac:spMk id="2" creationId="{3B062B19-A372-54B1-F427-1CCDF5A29B9A}"/>
          </ac:spMkLst>
        </pc:spChg>
        <pc:spChg chg="mod">
          <ac:chgData name="Navadeep Jakkamsetti" userId="1b8696bd0bc038e5" providerId="LiveId" clId="{79DDC66B-AC70-45D6-9D3B-3C30979499F8}" dt="2026-04-21T17:00:02.769" v="469" actId="1076"/>
          <ac:spMkLst>
            <pc:docMk/>
            <pc:sldMk cId="0" sldId="264"/>
            <ac:spMk id="659" creationId="{00000000-0000-0000-0000-000000000000}"/>
          </ac:spMkLst>
        </pc:spChg>
        <pc:picChg chg="mod">
          <ac:chgData name="Navadeep Jakkamsetti" userId="1b8696bd0bc038e5" providerId="LiveId" clId="{79DDC66B-AC70-45D6-9D3B-3C30979499F8}" dt="2026-04-21T17:00:07.366" v="470" actId="14100"/>
          <ac:picMkLst>
            <pc:docMk/>
            <pc:sldMk cId="0" sldId="264"/>
            <ac:picMk id="660" creationId="{00000000-0000-0000-0000-000000000000}"/>
          </ac:picMkLst>
        </pc:picChg>
      </pc:sldChg>
      <pc:sldChg chg="modSp del">
        <pc:chgData name="Navadeep Jakkamsetti" userId="1b8696bd0bc038e5" providerId="LiveId" clId="{79DDC66B-AC70-45D6-9D3B-3C30979499F8}" dt="2026-04-21T16:59:41.514" v="466" actId="2696"/>
        <pc:sldMkLst>
          <pc:docMk/>
          <pc:sldMk cId="0" sldId="265"/>
        </pc:sldMkLst>
        <pc:spChg chg="mod">
          <ac:chgData name="Navadeep Jakkamsetti" userId="1b8696bd0bc038e5" providerId="LiveId" clId="{79DDC66B-AC70-45D6-9D3B-3C30979499F8}" dt="2026-04-21T12:55:01.449" v="101"/>
          <ac:spMkLst>
            <pc:docMk/>
            <pc:sldMk cId="0" sldId="265"/>
            <ac:spMk id="2" creationId="{5BE98C45-9EEA-2A8C-3DB4-4B43037362AC}"/>
          </ac:spMkLst>
        </pc:spChg>
      </pc:sldChg>
      <pc:sldChg chg="modSp mod">
        <pc:chgData name="Navadeep Jakkamsetti" userId="1b8696bd0bc038e5" providerId="LiveId" clId="{79DDC66B-AC70-45D6-9D3B-3C30979499F8}" dt="2026-04-21T17:12:12.302" v="519" actId="1076"/>
        <pc:sldMkLst>
          <pc:docMk/>
          <pc:sldMk cId="0" sldId="266"/>
        </pc:sldMkLst>
        <pc:spChg chg="mod">
          <ac:chgData name="Navadeep Jakkamsetti" userId="1b8696bd0bc038e5" providerId="LiveId" clId="{79DDC66B-AC70-45D6-9D3B-3C30979499F8}" dt="2026-04-21T12:55:01.449" v="101"/>
          <ac:spMkLst>
            <pc:docMk/>
            <pc:sldMk cId="0" sldId="266"/>
            <ac:spMk id="2" creationId="{12505120-CEA7-E26D-11AE-84ADF74BCE83}"/>
          </ac:spMkLst>
        </pc:spChg>
        <pc:spChg chg="mod">
          <ac:chgData name="Navadeep Jakkamsetti" userId="1b8696bd0bc038e5" providerId="LiveId" clId="{79DDC66B-AC70-45D6-9D3B-3C30979499F8}" dt="2026-04-21T17:12:09.698" v="518" actId="1076"/>
          <ac:spMkLst>
            <pc:docMk/>
            <pc:sldMk cId="0" sldId="266"/>
            <ac:spMk id="675" creationId="{00000000-0000-0000-0000-000000000000}"/>
          </ac:spMkLst>
        </pc:spChg>
        <pc:spChg chg="mod">
          <ac:chgData name="Navadeep Jakkamsetti" userId="1b8696bd0bc038e5" providerId="LiveId" clId="{79DDC66B-AC70-45D6-9D3B-3C30979499F8}" dt="2026-04-21T17:12:12.302" v="519" actId="1076"/>
          <ac:spMkLst>
            <pc:docMk/>
            <pc:sldMk cId="0" sldId="266"/>
            <ac:spMk id="684" creationId="{00000000-0000-0000-0000-000000000000}"/>
          </ac:spMkLst>
        </pc:spChg>
      </pc:sldChg>
      <pc:sldChg chg="addSp modSp mod">
        <pc:chgData name="Navadeep Jakkamsetti" userId="1b8696bd0bc038e5" providerId="LiveId" clId="{79DDC66B-AC70-45D6-9D3B-3C30979499F8}" dt="2026-04-22T04:34:30.428" v="2075" actId="20577"/>
        <pc:sldMkLst>
          <pc:docMk/>
          <pc:sldMk cId="0" sldId="267"/>
        </pc:sldMkLst>
        <pc:spChg chg="mod">
          <ac:chgData name="Navadeep Jakkamsetti" userId="1b8696bd0bc038e5" providerId="LiveId" clId="{79DDC66B-AC70-45D6-9D3B-3C30979499F8}" dt="2026-04-21T12:55:01.449" v="101"/>
          <ac:spMkLst>
            <pc:docMk/>
            <pc:sldMk cId="0" sldId="267"/>
            <ac:spMk id="2" creationId="{84F09FAB-92FD-5AC4-265F-312AC3A468BF}"/>
          </ac:spMkLst>
        </pc:spChg>
        <pc:spChg chg="add">
          <ac:chgData name="Navadeep Jakkamsetti" userId="1b8696bd0bc038e5" providerId="LiveId" clId="{79DDC66B-AC70-45D6-9D3B-3C30979499F8}" dt="2026-04-21T17:18:12.363" v="565"/>
          <ac:spMkLst>
            <pc:docMk/>
            <pc:sldMk cId="0" sldId="267"/>
            <ac:spMk id="3" creationId="{8D50A2FD-55FB-D0EF-DFC1-0DCC2902427A}"/>
          </ac:spMkLst>
        </pc:spChg>
        <pc:spChg chg="add">
          <ac:chgData name="Navadeep Jakkamsetti" userId="1b8696bd0bc038e5" providerId="LiveId" clId="{79DDC66B-AC70-45D6-9D3B-3C30979499F8}" dt="2026-04-21T17:18:15.116" v="566"/>
          <ac:spMkLst>
            <pc:docMk/>
            <pc:sldMk cId="0" sldId="267"/>
            <ac:spMk id="4" creationId="{1FEAAB69-3D66-3848-67B0-7A433F204AA9}"/>
          </ac:spMkLst>
        </pc:spChg>
        <pc:spChg chg="mod">
          <ac:chgData name="Navadeep Jakkamsetti" userId="1b8696bd0bc038e5" providerId="LiveId" clId="{79DDC66B-AC70-45D6-9D3B-3C30979499F8}" dt="2026-04-22T04:34:30.428" v="2075" actId="20577"/>
          <ac:spMkLst>
            <pc:docMk/>
            <pc:sldMk cId="0" sldId="267"/>
            <ac:spMk id="698" creationId="{00000000-0000-0000-0000-000000000000}"/>
          </ac:spMkLst>
        </pc:spChg>
      </pc:sldChg>
      <pc:sldChg chg="addSp delSp modSp mod">
        <pc:chgData name="Navadeep Jakkamsetti" userId="1b8696bd0bc038e5" providerId="LiveId" clId="{79DDC66B-AC70-45D6-9D3B-3C30979499F8}" dt="2026-04-21T17:22:26.883" v="626" actId="1076"/>
        <pc:sldMkLst>
          <pc:docMk/>
          <pc:sldMk cId="0" sldId="268"/>
        </pc:sldMkLst>
        <pc:spChg chg="mod">
          <ac:chgData name="Navadeep Jakkamsetti" userId="1b8696bd0bc038e5" providerId="LiveId" clId="{79DDC66B-AC70-45D6-9D3B-3C30979499F8}" dt="2026-04-21T12:55:01.449" v="101"/>
          <ac:spMkLst>
            <pc:docMk/>
            <pc:sldMk cId="0" sldId="268"/>
            <ac:spMk id="2" creationId="{E2879D01-1A82-95E7-189C-BDDB29D53D70}"/>
          </ac:spMkLst>
        </pc:spChg>
        <pc:spChg chg="mod">
          <ac:chgData name="Navadeep Jakkamsetti" userId="1b8696bd0bc038e5" providerId="LiveId" clId="{79DDC66B-AC70-45D6-9D3B-3C30979499F8}" dt="2026-04-21T17:21:50.851" v="624" actId="1076"/>
          <ac:spMkLst>
            <pc:docMk/>
            <pc:sldMk cId="0" sldId="268"/>
            <ac:spMk id="703" creationId="{00000000-0000-0000-0000-000000000000}"/>
          </ac:spMkLst>
        </pc:spChg>
        <pc:spChg chg="del">
          <ac:chgData name="Navadeep Jakkamsetti" userId="1b8696bd0bc038e5" providerId="LiveId" clId="{79DDC66B-AC70-45D6-9D3B-3C30979499F8}" dt="2026-04-21T17:21:47.454" v="623" actId="21"/>
          <ac:spMkLst>
            <pc:docMk/>
            <pc:sldMk cId="0" sldId="268"/>
            <ac:spMk id="713" creationId="{00000000-0000-0000-0000-000000000000}"/>
          </ac:spMkLst>
        </pc:spChg>
        <pc:picChg chg="add mod">
          <ac:chgData name="Navadeep Jakkamsetti" userId="1b8696bd0bc038e5" providerId="LiveId" clId="{79DDC66B-AC70-45D6-9D3B-3C30979499F8}" dt="2026-04-21T17:22:26.883" v="626" actId="1076"/>
          <ac:picMkLst>
            <pc:docMk/>
            <pc:sldMk cId="0" sldId="268"/>
            <ac:picMk id="4" creationId="{544DFC96-5C67-7A5A-C890-5696805F197B}"/>
          </ac:picMkLst>
        </pc:picChg>
      </pc:sldChg>
      <pc:sldChg chg="addSp delSp modSp mod">
        <pc:chgData name="Navadeep Jakkamsetti" userId="1b8696bd0bc038e5" providerId="LiveId" clId="{79DDC66B-AC70-45D6-9D3B-3C30979499F8}" dt="2026-04-22T03:56:20.727" v="1723" actId="14100"/>
        <pc:sldMkLst>
          <pc:docMk/>
          <pc:sldMk cId="0" sldId="269"/>
        </pc:sldMkLst>
        <pc:spChg chg="mod">
          <ac:chgData name="Navadeep Jakkamsetti" userId="1b8696bd0bc038e5" providerId="LiveId" clId="{79DDC66B-AC70-45D6-9D3B-3C30979499F8}" dt="2026-04-21T12:55:01.449" v="101"/>
          <ac:spMkLst>
            <pc:docMk/>
            <pc:sldMk cId="0" sldId="269"/>
            <ac:spMk id="2" creationId="{D2BCBECC-CE43-4FB4-E304-1730B3950454}"/>
          </ac:spMkLst>
        </pc:spChg>
        <pc:graphicFrameChg chg="add mod modGraphic">
          <ac:chgData name="Navadeep Jakkamsetti" userId="1b8696bd0bc038e5" providerId="LiveId" clId="{79DDC66B-AC70-45D6-9D3B-3C30979499F8}" dt="2026-04-21T17:36:03.593" v="727" actId="1076"/>
          <ac:graphicFrameMkLst>
            <pc:docMk/>
            <pc:sldMk cId="0" sldId="269"/>
            <ac:graphicFrameMk id="3" creationId="{3D22E185-4EED-5724-1F80-394D1CC7AE9C}"/>
          </ac:graphicFrameMkLst>
        </pc:graphicFrameChg>
        <pc:picChg chg="del">
          <ac:chgData name="Navadeep Jakkamsetti" userId="1b8696bd0bc038e5" providerId="LiveId" clId="{79DDC66B-AC70-45D6-9D3B-3C30979499F8}" dt="2026-04-21T17:34:44.193" v="718" actId="478"/>
          <ac:picMkLst>
            <pc:docMk/>
            <pc:sldMk cId="0" sldId="269"/>
            <ac:picMk id="726" creationId="{00000000-0000-0000-0000-000000000000}"/>
          </ac:picMkLst>
        </pc:picChg>
        <pc:cxnChg chg="add del">
          <ac:chgData name="Navadeep Jakkamsetti" userId="1b8696bd0bc038e5" providerId="LiveId" clId="{79DDC66B-AC70-45D6-9D3B-3C30979499F8}" dt="2026-04-21T17:35:26.329" v="723" actId="11529"/>
          <ac:cxnSpMkLst>
            <pc:docMk/>
            <pc:sldMk cId="0" sldId="269"/>
            <ac:cxnSpMk id="5" creationId="{7F0085D7-1C47-210A-4E26-ECD47CF54316}"/>
          </ac:cxnSpMkLst>
        </pc:cxnChg>
        <pc:cxnChg chg="add del">
          <ac:chgData name="Navadeep Jakkamsetti" userId="1b8696bd0bc038e5" providerId="LiveId" clId="{79DDC66B-AC70-45D6-9D3B-3C30979499F8}" dt="2026-04-21T17:35:53.034" v="725" actId="11529"/>
          <ac:cxnSpMkLst>
            <pc:docMk/>
            <pc:sldMk cId="0" sldId="269"/>
            <ac:cxnSpMk id="7" creationId="{928F0707-961E-8017-18EA-25912A0D8EF3}"/>
          </ac:cxnSpMkLst>
        </pc:cxnChg>
        <pc:cxnChg chg="add mod">
          <ac:chgData name="Navadeep Jakkamsetti" userId="1b8696bd0bc038e5" providerId="LiveId" clId="{79DDC66B-AC70-45D6-9D3B-3C30979499F8}" dt="2026-04-21T17:39:12.566" v="736" actId="197"/>
          <ac:cxnSpMkLst>
            <pc:docMk/>
            <pc:sldMk cId="0" sldId="269"/>
            <ac:cxnSpMk id="9" creationId="{FBF1F61A-8B4A-12BF-EBB8-2B9DCF33CBDF}"/>
          </ac:cxnSpMkLst>
        </pc:cxnChg>
        <pc:cxnChg chg="add mod">
          <ac:chgData name="Navadeep Jakkamsetti" userId="1b8696bd0bc038e5" providerId="LiveId" clId="{79DDC66B-AC70-45D6-9D3B-3C30979499F8}" dt="2026-04-21T17:39:45.147" v="740" actId="1076"/>
          <ac:cxnSpMkLst>
            <pc:docMk/>
            <pc:sldMk cId="0" sldId="269"/>
            <ac:cxnSpMk id="14" creationId="{82C3DBD9-632A-B5AE-D3DA-C35AF14FFE30}"/>
          </ac:cxnSpMkLst>
        </pc:cxnChg>
        <pc:cxnChg chg="add mod">
          <ac:chgData name="Navadeep Jakkamsetti" userId="1b8696bd0bc038e5" providerId="LiveId" clId="{79DDC66B-AC70-45D6-9D3B-3C30979499F8}" dt="2026-04-21T17:39:57.801" v="742" actId="1076"/>
          <ac:cxnSpMkLst>
            <pc:docMk/>
            <pc:sldMk cId="0" sldId="269"/>
            <ac:cxnSpMk id="15" creationId="{0B95C823-F823-E288-650A-B97F0BDD0EA1}"/>
          </ac:cxnSpMkLst>
        </pc:cxnChg>
        <pc:cxnChg chg="add mod">
          <ac:chgData name="Navadeep Jakkamsetti" userId="1b8696bd0bc038e5" providerId="LiveId" clId="{79DDC66B-AC70-45D6-9D3B-3C30979499F8}" dt="2026-04-21T17:40:06.454" v="744" actId="1076"/>
          <ac:cxnSpMkLst>
            <pc:docMk/>
            <pc:sldMk cId="0" sldId="269"/>
            <ac:cxnSpMk id="16" creationId="{BEF87177-BEC0-9C22-9AD4-2FE8A569FEB8}"/>
          </ac:cxnSpMkLst>
        </pc:cxnChg>
        <pc:cxnChg chg="add mod">
          <ac:chgData name="Navadeep Jakkamsetti" userId="1b8696bd0bc038e5" providerId="LiveId" clId="{79DDC66B-AC70-45D6-9D3B-3C30979499F8}" dt="2026-04-22T03:56:20.727" v="1723" actId="14100"/>
          <ac:cxnSpMkLst>
            <pc:docMk/>
            <pc:sldMk cId="0" sldId="269"/>
            <ac:cxnSpMk id="17" creationId="{0814F467-FDD0-A563-5F67-968AE3B59FFD}"/>
          </ac:cxnSpMkLst>
        </pc:cxnChg>
        <pc:cxnChg chg="add mod">
          <ac:chgData name="Navadeep Jakkamsetti" userId="1b8696bd0bc038e5" providerId="LiveId" clId="{79DDC66B-AC70-45D6-9D3B-3C30979499F8}" dt="2026-04-21T17:41:16.350" v="756" actId="1076"/>
          <ac:cxnSpMkLst>
            <pc:docMk/>
            <pc:sldMk cId="0" sldId="269"/>
            <ac:cxnSpMk id="22" creationId="{A60442B3-65A0-3EB5-ADB5-016F5427C63C}"/>
          </ac:cxnSpMkLst>
        </pc:cxnChg>
        <pc:cxnChg chg="add mod">
          <ac:chgData name="Navadeep Jakkamsetti" userId="1b8696bd0bc038e5" providerId="LiveId" clId="{79DDC66B-AC70-45D6-9D3B-3C30979499F8}" dt="2026-04-21T17:41:26.787" v="759" actId="14100"/>
          <ac:cxnSpMkLst>
            <pc:docMk/>
            <pc:sldMk cId="0" sldId="269"/>
            <ac:cxnSpMk id="23" creationId="{024C4983-EE8E-E668-6B8E-ADC6C543A08A}"/>
          </ac:cxnSpMkLst>
        </pc:cxnChg>
        <pc:cxnChg chg="add mod">
          <ac:chgData name="Navadeep Jakkamsetti" userId="1b8696bd0bc038e5" providerId="LiveId" clId="{79DDC66B-AC70-45D6-9D3B-3C30979499F8}" dt="2026-04-21T17:41:39.126" v="761" actId="1076"/>
          <ac:cxnSpMkLst>
            <pc:docMk/>
            <pc:sldMk cId="0" sldId="269"/>
            <ac:cxnSpMk id="25" creationId="{4A045D22-427A-4563-BC24-BA607E7B2543}"/>
          </ac:cxnSpMkLst>
        </pc:cxnChg>
      </pc:sldChg>
      <pc:sldChg chg="addSp delSp modSp mod">
        <pc:chgData name="Navadeep Jakkamsetti" userId="1b8696bd0bc038e5" providerId="LiveId" clId="{79DDC66B-AC70-45D6-9D3B-3C30979499F8}" dt="2026-04-22T04:01:25.902" v="1740" actId="1076"/>
        <pc:sldMkLst>
          <pc:docMk/>
          <pc:sldMk cId="0" sldId="270"/>
        </pc:sldMkLst>
        <pc:spChg chg="mod">
          <ac:chgData name="Navadeep Jakkamsetti" userId="1b8696bd0bc038e5" providerId="LiveId" clId="{79DDC66B-AC70-45D6-9D3B-3C30979499F8}" dt="2026-04-21T12:55:01.449" v="101"/>
          <ac:spMkLst>
            <pc:docMk/>
            <pc:sldMk cId="0" sldId="270"/>
            <ac:spMk id="2" creationId="{162F67F1-4752-24F9-FE7F-BC5BC4A96C2C}"/>
          </ac:spMkLst>
        </pc:spChg>
        <pc:spChg chg="mod">
          <ac:chgData name="Navadeep Jakkamsetti" userId="1b8696bd0bc038e5" providerId="LiveId" clId="{79DDC66B-AC70-45D6-9D3B-3C30979499F8}" dt="2026-04-21T17:34:08.745" v="715" actId="1076"/>
          <ac:spMkLst>
            <pc:docMk/>
            <pc:sldMk cId="0" sldId="270"/>
            <ac:spMk id="731" creationId="{00000000-0000-0000-0000-000000000000}"/>
          </ac:spMkLst>
        </pc:spChg>
        <pc:picChg chg="add del mod">
          <ac:chgData name="Navadeep Jakkamsetti" userId="1b8696bd0bc038e5" providerId="LiveId" clId="{79DDC66B-AC70-45D6-9D3B-3C30979499F8}" dt="2026-04-22T04:00:42.874" v="1737" actId="21"/>
          <ac:picMkLst>
            <pc:docMk/>
            <pc:sldMk cId="0" sldId="270"/>
            <ac:picMk id="4" creationId="{58F3CB5B-8641-21D7-C5D9-1429CC362F31}"/>
          </ac:picMkLst>
        </pc:picChg>
        <pc:picChg chg="mod">
          <ac:chgData name="Navadeep Jakkamsetti" userId="1b8696bd0bc038e5" providerId="LiveId" clId="{79DDC66B-AC70-45D6-9D3B-3C30979499F8}" dt="2026-04-22T04:00:08.964" v="1729" actId="1076"/>
          <ac:picMkLst>
            <pc:docMk/>
            <pc:sldMk cId="0" sldId="270"/>
            <ac:picMk id="739" creationId="{00000000-0000-0000-0000-000000000000}"/>
          </ac:picMkLst>
        </pc:picChg>
        <pc:picChg chg="add mod">
          <ac:chgData name="Navadeep Jakkamsetti" userId="1b8696bd0bc038e5" providerId="LiveId" clId="{79DDC66B-AC70-45D6-9D3B-3C30979499F8}" dt="2026-04-22T04:01:25.902" v="1740" actId="1076"/>
          <ac:picMkLst>
            <pc:docMk/>
            <pc:sldMk cId="0" sldId="270"/>
            <ac:picMk id="752" creationId="{00000000-0000-0000-0000-000000000000}"/>
          </ac:picMkLst>
        </pc:picChg>
      </pc:sldChg>
      <pc:sldChg chg="addSp delSp modSp mod ord">
        <pc:chgData name="Navadeep Jakkamsetti" userId="1b8696bd0bc038e5" providerId="LiveId" clId="{79DDC66B-AC70-45D6-9D3B-3C30979499F8}" dt="2026-04-22T04:34:48.163" v="2076" actId="14100"/>
        <pc:sldMkLst>
          <pc:docMk/>
          <pc:sldMk cId="0" sldId="271"/>
        </pc:sldMkLst>
        <pc:spChg chg="mod">
          <ac:chgData name="Navadeep Jakkamsetti" userId="1b8696bd0bc038e5" providerId="LiveId" clId="{79DDC66B-AC70-45D6-9D3B-3C30979499F8}" dt="2026-04-21T12:55:01.449" v="101"/>
          <ac:spMkLst>
            <pc:docMk/>
            <pc:sldMk cId="0" sldId="271"/>
            <ac:spMk id="2" creationId="{FBC17C6E-C839-4128-60B5-077CAEDBB5B3}"/>
          </ac:spMkLst>
        </pc:spChg>
        <pc:spChg chg="mod">
          <ac:chgData name="Navadeep Jakkamsetti" userId="1b8696bd0bc038e5" providerId="LiveId" clId="{79DDC66B-AC70-45D6-9D3B-3C30979499F8}" dt="2026-04-22T04:00:26.822" v="1734" actId="1076"/>
          <ac:spMkLst>
            <pc:docMk/>
            <pc:sldMk cId="0" sldId="271"/>
            <ac:spMk id="744" creationId="{00000000-0000-0000-0000-000000000000}"/>
          </ac:spMkLst>
        </pc:spChg>
        <pc:picChg chg="add mod">
          <ac:chgData name="Navadeep Jakkamsetti" userId="1b8696bd0bc038e5" providerId="LiveId" clId="{79DDC66B-AC70-45D6-9D3B-3C30979499F8}" dt="2026-04-22T04:34:48.163" v="2076" actId="14100"/>
          <ac:picMkLst>
            <pc:docMk/>
            <pc:sldMk cId="0" sldId="271"/>
            <ac:picMk id="4" creationId="{58F3CB5B-8641-21D7-C5D9-1429CC362F31}"/>
          </ac:picMkLst>
        </pc:picChg>
        <pc:picChg chg="del mod">
          <ac:chgData name="Navadeep Jakkamsetti" userId="1b8696bd0bc038e5" providerId="LiveId" clId="{79DDC66B-AC70-45D6-9D3B-3C30979499F8}" dt="2026-04-22T04:00:37.529" v="1735" actId="21"/>
          <ac:picMkLst>
            <pc:docMk/>
            <pc:sldMk cId="0" sldId="271"/>
            <ac:picMk id="752" creationId="{00000000-0000-0000-0000-000000000000}"/>
          </ac:picMkLst>
        </pc:picChg>
        <pc:picChg chg="mod">
          <ac:chgData name="Navadeep Jakkamsetti" userId="1b8696bd0bc038e5" providerId="LiveId" clId="{79DDC66B-AC70-45D6-9D3B-3C30979499F8}" dt="2026-04-21T17:43:17.802" v="827" actId="14100"/>
          <ac:picMkLst>
            <pc:docMk/>
            <pc:sldMk cId="0" sldId="271"/>
            <ac:picMk id="753" creationId="{00000000-0000-0000-0000-000000000000}"/>
          </ac:picMkLst>
        </pc:picChg>
      </pc:sldChg>
      <pc:sldChg chg="addSp delSp modSp mod">
        <pc:chgData name="Navadeep Jakkamsetti" userId="1b8696bd0bc038e5" providerId="LiveId" clId="{79DDC66B-AC70-45D6-9D3B-3C30979499F8}" dt="2026-04-22T04:14:43.460" v="1787" actId="255"/>
        <pc:sldMkLst>
          <pc:docMk/>
          <pc:sldMk cId="0" sldId="272"/>
        </pc:sldMkLst>
        <pc:spChg chg="mod">
          <ac:chgData name="Navadeep Jakkamsetti" userId="1b8696bd0bc038e5" providerId="LiveId" clId="{79DDC66B-AC70-45D6-9D3B-3C30979499F8}" dt="2026-04-21T12:55:01.449" v="101"/>
          <ac:spMkLst>
            <pc:docMk/>
            <pc:sldMk cId="0" sldId="272"/>
            <ac:spMk id="2" creationId="{FB55F5A1-FCA1-1CCC-6CB8-B3D919D2E229}"/>
          </ac:spMkLst>
        </pc:spChg>
        <pc:spChg chg="mod">
          <ac:chgData name="Navadeep Jakkamsetti" userId="1b8696bd0bc038e5" providerId="LiveId" clId="{79DDC66B-AC70-45D6-9D3B-3C30979499F8}" dt="2026-04-22T04:14:43.460" v="1787" actId="255"/>
          <ac:spMkLst>
            <pc:docMk/>
            <pc:sldMk cId="0" sldId="272"/>
            <ac:spMk id="769" creationId="{00000000-0000-0000-0000-000000000000}"/>
          </ac:spMkLst>
        </pc:spChg>
        <pc:picChg chg="add del mod">
          <ac:chgData name="Navadeep Jakkamsetti" userId="1b8696bd0bc038e5" providerId="LiveId" clId="{79DDC66B-AC70-45D6-9D3B-3C30979499F8}" dt="2026-04-22T04:11:03.636" v="1743" actId="21"/>
          <ac:picMkLst>
            <pc:docMk/>
            <pc:sldMk cId="0" sldId="272"/>
            <ac:picMk id="4" creationId="{12F361A1-C3F4-A86D-AFB2-2C5C3E93C730}"/>
          </ac:picMkLst>
        </pc:picChg>
      </pc:sldChg>
      <pc:sldChg chg="addSp modSp mod">
        <pc:chgData name="Navadeep Jakkamsetti" userId="1b8696bd0bc038e5" providerId="LiveId" clId="{79DDC66B-AC70-45D6-9D3B-3C30979499F8}" dt="2026-04-22T04:35:06.676" v="2077" actId="1076"/>
        <pc:sldMkLst>
          <pc:docMk/>
          <pc:sldMk cId="0" sldId="273"/>
        </pc:sldMkLst>
        <pc:spChg chg="mod">
          <ac:chgData name="Navadeep Jakkamsetti" userId="1b8696bd0bc038e5" providerId="LiveId" clId="{79DDC66B-AC70-45D6-9D3B-3C30979499F8}" dt="2026-04-21T12:55:01.449" v="101"/>
          <ac:spMkLst>
            <pc:docMk/>
            <pc:sldMk cId="0" sldId="273"/>
            <ac:spMk id="2" creationId="{087DC12E-29D2-667C-0F95-E2ECE597C550}"/>
          </ac:spMkLst>
        </pc:spChg>
        <pc:spChg chg="add">
          <ac:chgData name="Navadeep Jakkamsetti" userId="1b8696bd0bc038e5" providerId="LiveId" clId="{79DDC66B-AC70-45D6-9D3B-3C30979499F8}" dt="2026-04-21T17:49:33.515" v="918"/>
          <ac:spMkLst>
            <pc:docMk/>
            <pc:sldMk cId="0" sldId="273"/>
            <ac:spMk id="3" creationId="{1DF223F0-892A-B62C-C0F9-D46A2F84C5D9}"/>
          </ac:spMkLst>
        </pc:spChg>
        <pc:spChg chg="add">
          <ac:chgData name="Navadeep Jakkamsetti" userId="1b8696bd0bc038e5" providerId="LiveId" clId="{79DDC66B-AC70-45D6-9D3B-3C30979499F8}" dt="2026-04-21T17:49:39.567" v="920"/>
          <ac:spMkLst>
            <pc:docMk/>
            <pc:sldMk cId="0" sldId="273"/>
            <ac:spMk id="4" creationId="{D3383A28-F6C3-7180-783B-ED626103FC2D}"/>
          </ac:spMkLst>
        </pc:spChg>
        <pc:spChg chg="mod">
          <ac:chgData name="Navadeep Jakkamsetti" userId="1b8696bd0bc038e5" providerId="LiveId" clId="{79DDC66B-AC70-45D6-9D3B-3C30979499F8}" dt="2026-04-22T04:22:49.775" v="1836" actId="1076"/>
          <ac:spMkLst>
            <pc:docMk/>
            <pc:sldMk cId="0" sldId="273"/>
            <ac:spMk id="781" creationId="{00000000-0000-0000-0000-000000000000}"/>
          </ac:spMkLst>
        </pc:spChg>
        <pc:spChg chg="mod">
          <ac:chgData name="Navadeep Jakkamsetti" userId="1b8696bd0bc038e5" providerId="LiveId" clId="{79DDC66B-AC70-45D6-9D3B-3C30979499F8}" dt="2026-04-22T04:35:06.676" v="2077" actId="1076"/>
          <ac:spMkLst>
            <pc:docMk/>
            <pc:sldMk cId="0" sldId="273"/>
            <ac:spMk id="785" creationId="{00000000-0000-0000-0000-000000000000}"/>
          </ac:spMkLst>
        </pc:spChg>
      </pc:sldChg>
      <pc:sldChg chg="modSp mod">
        <pc:chgData name="Navadeep Jakkamsetti" userId="1b8696bd0bc038e5" providerId="LiveId" clId="{79DDC66B-AC70-45D6-9D3B-3C30979499F8}" dt="2026-04-22T04:21:18.887" v="1834" actId="113"/>
        <pc:sldMkLst>
          <pc:docMk/>
          <pc:sldMk cId="0" sldId="275"/>
        </pc:sldMkLst>
        <pc:spChg chg="mod">
          <ac:chgData name="Navadeep Jakkamsetti" userId="1b8696bd0bc038e5" providerId="LiveId" clId="{79DDC66B-AC70-45D6-9D3B-3C30979499F8}" dt="2026-04-22T04:20:45.869" v="1829" actId="1076"/>
          <ac:spMkLst>
            <pc:docMk/>
            <pc:sldMk cId="0" sldId="275"/>
            <ac:spMk id="2" creationId="{81B943F0-A20D-0965-37F9-D5720C74718C}"/>
          </ac:spMkLst>
        </pc:spChg>
        <pc:spChg chg="mod">
          <ac:chgData name="Navadeep Jakkamsetti" userId="1b8696bd0bc038e5" providerId="LiveId" clId="{79DDC66B-AC70-45D6-9D3B-3C30979499F8}" dt="2026-04-22T04:20:30.649" v="1827" actId="1076"/>
          <ac:spMkLst>
            <pc:docMk/>
            <pc:sldMk cId="0" sldId="275"/>
            <ac:spMk id="813" creationId="{00000000-0000-0000-0000-000000000000}"/>
          </ac:spMkLst>
        </pc:spChg>
        <pc:spChg chg="mod">
          <ac:chgData name="Navadeep Jakkamsetti" userId="1b8696bd0bc038e5" providerId="LiveId" clId="{79DDC66B-AC70-45D6-9D3B-3C30979499F8}" dt="2026-04-22T04:21:18.887" v="1834" actId="113"/>
          <ac:spMkLst>
            <pc:docMk/>
            <pc:sldMk cId="0" sldId="275"/>
            <ac:spMk id="817" creationId="{00000000-0000-0000-0000-000000000000}"/>
          </ac:spMkLst>
        </pc:spChg>
      </pc:sldChg>
      <pc:sldChg chg="addSp modSp mod">
        <pc:chgData name="Navadeep Jakkamsetti" userId="1b8696bd0bc038e5" providerId="LiveId" clId="{79DDC66B-AC70-45D6-9D3B-3C30979499F8}" dt="2026-04-22T04:30:11.499" v="1950" actId="113"/>
        <pc:sldMkLst>
          <pc:docMk/>
          <pc:sldMk cId="0" sldId="276"/>
        </pc:sldMkLst>
        <pc:spChg chg="mod">
          <ac:chgData name="Navadeep Jakkamsetti" userId="1b8696bd0bc038e5" providerId="LiveId" clId="{79DDC66B-AC70-45D6-9D3B-3C30979499F8}" dt="2026-04-21T12:55:01.449" v="101"/>
          <ac:spMkLst>
            <pc:docMk/>
            <pc:sldMk cId="0" sldId="276"/>
            <ac:spMk id="2" creationId="{A5D17B3B-E1FD-DB20-05E4-F8E51D1147D6}"/>
          </ac:spMkLst>
        </pc:spChg>
        <pc:spChg chg="add">
          <ac:chgData name="Navadeep Jakkamsetti" userId="1b8696bd0bc038e5" providerId="LiveId" clId="{79DDC66B-AC70-45D6-9D3B-3C30979499F8}" dt="2026-04-22T04:24:40.100" v="1840"/>
          <ac:spMkLst>
            <pc:docMk/>
            <pc:sldMk cId="0" sldId="276"/>
            <ac:spMk id="3" creationId="{E3C92400-59B2-BAC3-5CCE-07E5C2DB58ED}"/>
          </ac:spMkLst>
        </pc:spChg>
        <pc:spChg chg="add">
          <ac:chgData name="Navadeep Jakkamsetti" userId="1b8696bd0bc038e5" providerId="LiveId" clId="{79DDC66B-AC70-45D6-9D3B-3C30979499F8}" dt="2026-04-22T04:24:45.748" v="1841"/>
          <ac:spMkLst>
            <pc:docMk/>
            <pc:sldMk cId="0" sldId="276"/>
            <ac:spMk id="4" creationId="{715DC652-41FC-6D2D-21D9-3B961FD41446}"/>
          </ac:spMkLst>
        </pc:spChg>
        <pc:spChg chg="add">
          <ac:chgData name="Navadeep Jakkamsetti" userId="1b8696bd0bc038e5" providerId="LiveId" clId="{79DDC66B-AC70-45D6-9D3B-3C30979499F8}" dt="2026-04-22T04:25:32.154" v="1842"/>
          <ac:spMkLst>
            <pc:docMk/>
            <pc:sldMk cId="0" sldId="276"/>
            <ac:spMk id="5" creationId="{6D471947-2885-0889-1D0A-A750357B426A}"/>
          </ac:spMkLst>
        </pc:spChg>
        <pc:spChg chg="mod">
          <ac:chgData name="Navadeep Jakkamsetti" userId="1b8696bd0bc038e5" providerId="LiveId" clId="{79DDC66B-AC70-45D6-9D3B-3C30979499F8}" dt="2026-04-22T04:30:11.499" v="1950" actId="113"/>
          <ac:spMkLst>
            <pc:docMk/>
            <pc:sldMk cId="0" sldId="276"/>
            <ac:spMk id="829" creationId="{00000000-0000-0000-0000-000000000000}"/>
          </ac:spMkLst>
        </pc:spChg>
      </pc:sldChg>
      <pc:sldChg chg="modSp mod">
        <pc:chgData name="Navadeep Jakkamsetti" userId="1b8696bd0bc038e5" providerId="LiveId" clId="{79DDC66B-AC70-45D6-9D3B-3C30979499F8}" dt="2026-04-21T18:18:25.059" v="1719" actId="1076"/>
        <pc:sldMkLst>
          <pc:docMk/>
          <pc:sldMk cId="0" sldId="277"/>
        </pc:sldMkLst>
        <pc:spChg chg="mod">
          <ac:chgData name="Navadeep Jakkamsetti" userId="1b8696bd0bc038e5" providerId="LiveId" clId="{79DDC66B-AC70-45D6-9D3B-3C30979499F8}" dt="2026-04-21T12:55:01.449" v="101"/>
          <ac:spMkLst>
            <pc:docMk/>
            <pc:sldMk cId="0" sldId="277"/>
            <ac:spMk id="2" creationId="{818017F1-8DA3-197A-52B4-F1641694F30E}"/>
          </ac:spMkLst>
        </pc:spChg>
        <pc:spChg chg="mod">
          <ac:chgData name="Navadeep Jakkamsetti" userId="1b8696bd0bc038e5" providerId="LiveId" clId="{79DDC66B-AC70-45D6-9D3B-3C30979499F8}" dt="2026-04-21T18:18:25.059" v="1719" actId="1076"/>
          <ac:spMkLst>
            <pc:docMk/>
            <pc:sldMk cId="0" sldId="277"/>
            <ac:spMk id="841" creationId="{00000000-0000-0000-0000-000000000000}"/>
          </ac:spMkLst>
        </pc:spChg>
      </pc:sldChg>
      <pc:sldChg chg="addSp modSp mod">
        <pc:chgData name="Navadeep Jakkamsetti" userId="1b8696bd0bc038e5" providerId="LiveId" clId="{79DDC66B-AC70-45D6-9D3B-3C30979499F8}" dt="2026-04-21T18:15:01.398" v="1662" actId="113"/>
        <pc:sldMkLst>
          <pc:docMk/>
          <pc:sldMk cId="0" sldId="278"/>
        </pc:sldMkLst>
        <pc:spChg chg="mod">
          <ac:chgData name="Navadeep Jakkamsetti" userId="1b8696bd0bc038e5" providerId="LiveId" clId="{79DDC66B-AC70-45D6-9D3B-3C30979499F8}" dt="2026-04-21T12:55:01.449" v="101"/>
          <ac:spMkLst>
            <pc:docMk/>
            <pc:sldMk cId="0" sldId="278"/>
            <ac:spMk id="2" creationId="{4EA5E431-7B6B-D695-1F9E-06ECB8121FEE}"/>
          </ac:spMkLst>
        </pc:spChg>
        <pc:spChg chg="add">
          <ac:chgData name="Navadeep Jakkamsetti" userId="1b8696bd0bc038e5" providerId="LiveId" clId="{79DDC66B-AC70-45D6-9D3B-3C30979499F8}" dt="2026-04-21T18:09:38.774" v="1489"/>
          <ac:spMkLst>
            <pc:docMk/>
            <pc:sldMk cId="0" sldId="278"/>
            <ac:spMk id="3" creationId="{390E3935-3B4D-BAF8-0A0B-49FB15CF6338}"/>
          </ac:spMkLst>
        </pc:spChg>
        <pc:spChg chg="mod">
          <ac:chgData name="Navadeep Jakkamsetti" userId="1b8696bd0bc038e5" providerId="LiveId" clId="{79DDC66B-AC70-45D6-9D3B-3C30979499F8}" dt="2026-04-21T18:15:01.398" v="1662" actId="113"/>
          <ac:spMkLst>
            <pc:docMk/>
            <pc:sldMk cId="0" sldId="278"/>
            <ac:spMk id="853" creationId="{00000000-0000-0000-0000-000000000000}"/>
          </ac:spMkLst>
        </pc:spChg>
      </pc:sldChg>
      <pc:sldChg chg="addSp modSp mod">
        <pc:chgData name="Navadeep Jakkamsetti" userId="1b8696bd0bc038e5" providerId="LiveId" clId="{79DDC66B-AC70-45D6-9D3B-3C30979499F8}" dt="2026-04-21T18:08:18.833" v="1478" actId="20577"/>
        <pc:sldMkLst>
          <pc:docMk/>
          <pc:sldMk cId="0" sldId="279"/>
        </pc:sldMkLst>
        <pc:spChg chg="mod">
          <ac:chgData name="Navadeep Jakkamsetti" userId="1b8696bd0bc038e5" providerId="LiveId" clId="{79DDC66B-AC70-45D6-9D3B-3C30979499F8}" dt="2026-04-21T12:55:01.449" v="101"/>
          <ac:spMkLst>
            <pc:docMk/>
            <pc:sldMk cId="0" sldId="279"/>
            <ac:spMk id="2" creationId="{A3DA74C5-A782-E76A-51F8-6D99B5CC4837}"/>
          </ac:spMkLst>
        </pc:spChg>
        <pc:spChg chg="add mod">
          <ac:chgData name="Navadeep Jakkamsetti" userId="1b8696bd0bc038e5" providerId="LiveId" clId="{79DDC66B-AC70-45D6-9D3B-3C30979499F8}" dt="2026-04-21T18:05:47.246" v="1390"/>
          <ac:spMkLst>
            <pc:docMk/>
            <pc:sldMk cId="0" sldId="279"/>
            <ac:spMk id="3" creationId="{9B1BF4F6-DB3F-6366-2EA8-8D10ECBA3D61}"/>
          </ac:spMkLst>
        </pc:spChg>
        <pc:spChg chg="add">
          <ac:chgData name="Navadeep Jakkamsetti" userId="1b8696bd0bc038e5" providerId="LiveId" clId="{79DDC66B-AC70-45D6-9D3B-3C30979499F8}" dt="2026-04-21T18:07:00.048" v="1396"/>
          <ac:spMkLst>
            <pc:docMk/>
            <pc:sldMk cId="0" sldId="279"/>
            <ac:spMk id="4" creationId="{D617F49B-952F-E0E5-FF99-BC44792D6AF8}"/>
          </ac:spMkLst>
        </pc:spChg>
        <pc:spChg chg="mod">
          <ac:chgData name="Navadeep Jakkamsetti" userId="1b8696bd0bc038e5" providerId="LiveId" clId="{79DDC66B-AC70-45D6-9D3B-3C30979499F8}" dt="2026-04-21T18:08:18.833" v="1478" actId="20577"/>
          <ac:spMkLst>
            <pc:docMk/>
            <pc:sldMk cId="0" sldId="279"/>
            <ac:spMk id="865" creationId="{00000000-0000-0000-0000-000000000000}"/>
          </ac:spMkLst>
        </pc:spChg>
      </pc:sldChg>
      <pc:sldChg chg="addSp modSp mod">
        <pc:chgData name="Navadeep Jakkamsetti" userId="1b8696bd0bc038e5" providerId="LiveId" clId="{79DDC66B-AC70-45D6-9D3B-3C30979499F8}" dt="2026-04-21T13:52:26.343" v="361" actId="1076"/>
        <pc:sldMkLst>
          <pc:docMk/>
          <pc:sldMk cId="0" sldId="280"/>
        </pc:sldMkLst>
        <pc:spChg chg="mod">
          <ac:chgData name="Navadeep Jakkamsetti" userId="1b8696bd0bc038e5" providerId="LiveId" clId="{79DDC66B-AC70-45D6-9D3B-3C30979499F8}" dt="2026-04-21T12:55:01.449" v="101"/>
          <ac:spMkLst>
            <pc:docMk/>
            <pc:sldMk cId="0" sldId="280"/>
            <ac:spMk id="2" creationId="{611CF8B4-BFAC-8D22-A893-4BC50DCE2F67}"/>
          </ac:spMkLst>
        </pc:spChg>
        <pc:spChg chg="add mod">
          <ac:chgData name="Navadeep Jakkamsetti" userId="1b8696bd0bc038e5" providerId="LiveId" clId="{79DDC66B-AC70-45D6-9D3B-3C30979499F8}" dt="2026-04-21T13:52:26.343" v="361" actId="1076"/>
          <ac:spMkLst>
            <pc:docMk/>
            <pc:sldMk cId="0" sldId="280"/>
            <ac:spMk id="3" creationId="{906EB8BD-7569-D296-26B4-3961B8296CC4}"/>
          </ac:spMkLst>
        </pc:spChg>
      </pc:sldChg>
      <pc:sldChg chg="modSp del">
        <pc:chgData name="Navadeep Jakkamsetti" userId="1b8696bd0bc038e5" providerId="LiveId" clId="{79DDC66B-AC70-45D6-9D3B-3C30979499F8}" dt="2026-04-21T13:37:52.924" v="306" actId="2696"/>
        <pc:sldMkLst>
          <pc:docMk/>
          <pc:sldMk cId="0" sldId="281"/>
        </pc:sldMkLst>
        <pc:spChg chg="mod">
          <ac:chgData name="Navadeep Jakkamsetti" userId="1b8696bd0bc038e5" providerId="LiveId" clId="{79DDC66B-AC70-45D6-9D3B-3C30979499F8}" dt="2026-04-21T12:55:01.449" v="101"/>
          <ac:spMkLst>
            <pc:docMk/>
            <pc:sldMk cId="0" sldId="281"/>
            <ac:spMk id="2" creationId="{03C54571-357C-E0A6-F511-B126F1D913D9}"/>
          </ac:spMkLst>
        </pc:spChg>
      </pc:sldChg>
      <pc:sldChg chg="modSp mod">
        <pc:chgData name="Navadeep Jakkamsetti" userId="1b8696bd0bc038e5" providerId="LiveId" clId="{79DDC66B-AC70-45D6-9D3B-3C30979499F8}" dt="2026-04-21T18:04:41.556" v="1380" actId="20577"/>
        <pc:sldMkLst>
          <pc:docMk/>
          <pc:sldMk cId="0" sldId="282"/>
        </pc:sldMkLst>
        <pc:spChg chg="mod">
          <ac:chgData name="Navadeep Jakkamsetti" userId="1b8696bd0bc038e5" providerId="LiveId" clId="{79DDC66B-AC70-45D6-9D3B-3C30979499F8}" dt="2026-04-21T12:55:01.449" v="101"/>
          <ac:spMkLst>
            <pc:docMk/>
            <pc:sldMk cId="0" sldId="282"/>
            <ac:spMk id="2" creationId="{1859E5D0-2D09-7304-25A5-4EAC8D940921}"/>
          </ac:spMkLst>
        </pc:spChg>
        <pc:spChg chg="mod">
          <ac:chgData name="Navadeep Jakkamsetti" userId="1b8696bd0bc038e5" providerId="LiveId" clId="{79DDC66B-AC70-45D6-9D3B-3C30979499F8}" dt="2026-04-21T13:38:55.519" v="308" actId="20577"/>
          <ac:spMkLst>
            <pc:docMk/>
            <pc:sldMk cId="0" sldId="282"/>
            <ac:spMk id="895" creationId="{00000000-0000-0000-0000-000000000000}"/>
          </ac:spMkLst>
        </pc:spChg>
        <pc:spChg chg="mod">
          <ac:chgData name="Navadeep Jakkamsetti" userId="1b8696bd0bc038e5" providerId="LiveId" clId="{79DDC66B-AC70-45D6-9D3B-3C30979499F8}" dt="2026-04-21T18:04:41.556" v="1380" actId="20577"/>
          <ac:spMkLst>
            <pc:docMk/>
            <pc:sldMk cId="0" sldId="282"/>
            <ac:spMk id="899" creationId="{00000000-0000-0000-0000-000000000000}"/>
          </ac:spMkLst>
        </pc:spChg>
      </pc:sldChg>
      <pc:sldChg chg="addSp delSp modSp mod">
        <pc:chgData name="Navadeep Jakkamsetti" userId="1b8696bd0bc038e5" providerId="LiveId" clId="{79DDC66B-AC70-45D6-9D3B-3C30979499F8}" dt="2026-04-21T13:36:59.306" v="305" actId="1076"/>
        <pc:sldMkLst>
          <pc:docMk/>
          <pc:sldMk cId="0" sldId="284"/>
        </pc:sldMkLst>
        <pc:spChg chg="mod">
          <ac:chgData name="Navadeep Jakkamsetti" userId="1b8696bd0bc038e5" providerId="LiveId" clId="{79DDC66B-AC70-45D6-9D3B-3C30979499F8}" dt="2026-04-21T12:55:01.449" v="101"/>
          <ac:spMkLst>
            <pc:docMk/>
            <pc:sldMk cId="0" sldId="284"/>
            <ac:spMk id="2" creationId="{07227918-44D0-3F43-744E-AA98897AFB86}"/>
          </ac:spMkLst>
        </pc:spChg>
        <pc:spChg chg="add mod">
          <ac:chgData name="Navadeep Jakkamsetti" userId="1b8696bd0bc038e5" providerId="LiveId" clId="{79DDC66B-AC70-45D6-9D3B-3C30979499F8}" dt="2026-04-21T13:36:59.306" v="305" actId="1076"/>
          <ac:spMkLst>
            <pc:docMk/>
            <pc:sldMk cId="0" sldId="284"/>
            <ac:spMk id="3" creationId="{86F712C8-909F-2495-AF2F-4CCB41582B7E}"/>
          </ac:spMkLst>
        </pc:spChg>
        <pc:spChg chg="del">
          <ac:chgData name="Navadeep Jakkamsetti" userId="1b8696bd0bc038e5" providerId="LiveId" clId="{79DDC66B-AC70-45D6-9D3B-3C30979499F8}" dt="2026-04-21T13:36:56.351" v="304" actId="21"/>
          <ac:spMkLst>
            <pc:docMk/>
            <pc:sldMk cId="0" sldId="284"/>
            <ac:spMk id="918" creationId="{00000000-0000-0000-0000-000000000000}"/>
          </ac:spMkLst>
        </pc:spChg>
      </pc:sldChg>
      <pc:sldChg chg="modSp mod">
        <pc:chgData name="Navadeep Jakkamsetti" userId="1b8696bd0bc038e5" providerId="LiveId" clId="{79DDC66B-AC70-45D6-9D3B-3C30979499F8}" dt="2026-04-22T04:35:32.955" v="2080" actId="1076"/>
        <pc:sldMkLst>
          <pc:docMk/>
          <pc:sldMk cId="0" sldId="285"/>
        </pc:sldMkLst>
        <pc:spChg chg="mod">
          <ac:chgData name="Navadeep Jakkamsetti" userId="1b8696bd0bc038e5" providerId="LiveId" clId="{79DDC66B-AC70-45D6-9D3B-3C30979499F8}" dt="2026-04-21T12:55:01.449" v="101"/>
          <ac:spMkLst>
            <pc:docMk/>
            <pc:sldMk cId="0" sldId="285"/>
            <ac:spMk id="2" creationId="{6602DFE5-2512-2F0A-092F-B1048256B562}"/>
          </ac:spMkLst>
        </pc:spChg>
        <pc:spChg chg="mod">
          <ac:chgData name="Navadeep Jakkamsetti" userId="1b8696bd0bc038e5" providerId="LiveId" clId="{79DDC66B-AC70-45D6-9D3B-3C30979499F8}" dt="2026-04-22T04:35:32.955" v="2080" actId="1076"/>
          <ac:spMkLst>
            <pc:docMk/>
            <pc:sldMk cId="0" sldId="285"/>
            <ac:spMk id="923" creationId="{00000000-0000-0000-0000-000000000000}"/>
          </ac:spMkLst>
        </pc:spChg>
      </pc:sldChg>
      <pc:sldChg chg="addSp delSp modSp add mod">
        <pc:chgData name="Navadeep Jakkamsetti" userId="1b8696bd0bc038e5" providerId="LiveId" clId="{79DDC66B-AC70-45D6-9D3B-3C30979499F8}" dt="2026-04-21T17:27:00.024" v="642" actId="1076"/>
        <pc:sldMkLst>
          <pc:docMk/>
          <pc:sldMk cId="1051461991" sldId="286"/>
        </pc:sldMkLst>
        <pc:spChg chg="mod">
          <ac:chgData name="Navadeep Jakkamsetti" userId="1b8696bd0bc038e5" providerId="LiveId" clId="{79DDC66B-AC70-45D6-9D3B-3C30979499F8}" dt="2026-04-21T17:26:20.445" v="638" actId="1076"/>
          <ac:spMkLst>
            <pc:docMk/>
            <pc:sldMk cId="1051461991" sldId="286"/>
            <ac:spMk id="2" creationId="{CAB658FD-136B-5478-3647-736090663FE1}"/>
          </ac:spMkLst>
        </pc:spChg>
        <pc:spChg chg="del">
          <ac:chgData name="Navadeep Jakkamsetti" userId="1b8696bd0bc038e5" providerId="LiveId" clId="{79DDC66B-AC70-45D6-9D3B-3C30979499F8}" dt="2026-04-21T17:25:22.030" v="631" actId="21"/>
          <ac:spMkLst>
            <pc:docMk/>
            <pc:sldMk cId="1051461991" sldId="286"/>
            <ac:spMk id="703" creationId="{88864A85-995B-B9C6-AFA0-AB9311D685FB}"/>
          </ac:spMkLst>
        </pc:spChg>
        <pc:picChg chg="del mod">
          <ac:chgData name="Navadeep Jakkamsetti" userId="1b8696bd0bc038e5" providerId="LiveId" clId="{79DDC66B-AC70-45D6-9D3B-3C30979499F8}" dt="2026-04-21T17:22:49.031" v="629" actId="21"/>
          <ac:picMkLst>
            <pc:docMk/>
            <pc:sldMk cId="1051461991" sldId="286"/>
            <ac:picMk id="4" creationId="{A1AE59AF-33B7-689B-3117-4FB4C02019AC}"/>
          </ac:picMkLst>
        </pc:picChg>
        <pc:picChg chg="add del mod">
          <ac:chgData name="Navadeep Jakkamsetti" userId="1b8696bd0bc038e5" providerId="LiveId" clId="{79DDC66B-AC70-45D6-9D3B-3C30979499F8}" dt="2026-04-21T17:25:43.509" v="633" actId="21"/>
          <ac:picMkLst>
            <pc:docMk/>
            <pc:sldMk cId="1051461991" sldId="286"/>
            <ac:picMk id="5" creationId="{1C10BE70-E3D1-C60F-9009-CC53F5EE85A1}"/>
          </ac:picMkLst>
        </pc:picChg>
        <pc:picChg chg="add del mod">
          <ac:chgData name="Navadeep Jakkamsetti" userId="1b8696bd0bc038e5" providerId="LiveId" clId="{79DDC66B-AC70-45D6-9D3B-3C30979499F8}" dt="2026-04-21T17:26:47.303" v="639" actId="21"/>
          <ac:picMkLst>
            <pc:docMk/>
            <pc:sldMk cId="1051461991" sldId="286"/>
            <ac:picMk id="7" creationId="{A9C34689-CA15-B28E-EFAE-35B592DE4EBF}"/>
          </ac:picMkLst>
        </pc:picChg>
        <pc:picChg chg="add mod">
          <ac:chgData name="Navadeep Jakkamsetti" userId="1b8696bd0bc038e5" providerId="LiveId" clId="{79DDC66B-AC70-45D6-9D3B-3C30979499F8}" dt="2026-04-21T17:27:00.024" v="642" actId="1076"/>
          <ac:picMkLst>
            <pc:docMk/>
            <pc:sldMk cId="1051461991" sldId="286"/>
            <ac:picMk id="9" creationId="{7ABB723C-C475-95C6-471B-8F3795FE2021}"/>
          </ac:picMkLst>
        </pc:picChg>
      </pc:sldChg>
      <pc:sldChg chg="addSp delSp modSp add mod">
        <pc:chgData name="Navadeep Jakkamsetti" userId="1b8696bd0bc038e5" providerId="LiveId" clId="{79DDC66B-AC70-45D6-9D3B-3C30979499F8}" dt="2026-04-21T17:30:46.065" v="654" actId="1076"/>
        <pc:sldMkLst>
          <pc:docMk/>
          <pc:sldMk cId="1006383756" sldId="287"/>
        </pc:sldMkLst>
        <pc:spChg chg="del mod">
          <ac:chgData name="Navadeep Jakkamsetti" userId="1b8696bd0bc038e5" providerId="LiveId" clId="{79DDC66B-AC70-45D6-9D3B-3C30979499F8}" dt="2026-04-21T17:30:42.969" v="653" actId="21"/>
          <ac:spMkLst>
            <pc:docMk/>
            <pc:sldMk cId="1006383756" sldId="287"/>
            <ac:spMk id="703" creationId="{732A8399-3CAF-B852-BCDA-0F4793552C20}"/>
          </ac:spMkLst>
        </pc:spChg>
        <pc:picChg chg="del">
          <ac:chgData name="Navadeep Jakkamsetti" userId="1b8696bd0bc038e5" providerId="LiveId" clId="{79DDC66B-AC70-45D6-9D3B-3C30979499F8}" dt="2026-04-21T17:27:24.423" v="644" actId="21"/>
          <ac:picMkLst>
            <pc:docMk/>
            <pc:sldMk cId="1006383756" sldId="287"/>
            <ac:picMk id="4" creationId="{9126D85B-32B8-ED87-C8A2-FB1534B80420}"/>
          </ac:picMkLst>
        </pc:picChg>
        <pc:picChg chg="add del mod">
          <ac:chgData name="Navadeep Jakkamsetti" userId="1b8696bd0bc038e5" providerId="LiveId" clId="{79DDC66B-AC70-45D6-9D3B-3C30979499F8}" dt="2026-04-21T17:28:30.531" v="646" actId="21"/>
          <ac:picMkLst>
            <pc:docMk/>
            <pc:sldMk cId="1006383756" sldId="287"/>
            <ac:picMk id="5" creationId="{238BDFA0-89AE-C7E4-C50E-240AC84BFAC4}"/>
          </ac:picMkLst>
        </pc:picChg>
        <pc:picChg chg="add del mod">
          <ac:chgData name="Navadeep Jakkamsetti" userId="1b8696bd0bc038e5" providerId="LiveId" clId="{79DDC66B-AC70-45D6-9D3B-3C30979499F8}" dt="2026-04-21T17:28:45.384" v="648" actId="931"/>
          <ac:picMkLst>
            <pc:docMk/>
            <pc:sldMk cId="1006383756" sldId="287"/>
            <ac:picMk id="7" creationId="{9B258EFD-9075-AF5A-C9C7-D5A347F6CF2A}"/>
          </ac:picMkLst>
        </pc:picChg>
        <pc:picChg chg="add mod">
          <ac:chgData name="Navadeep Jakkamsetti" userId="1b8696bd0bc038e5" providerId="LiveId" clId="{79DDC66B-AC70-45D6-9D3B-3C30979499F8}" dt="2026-04-21T17:30:46.065" v="654" actId="1076"/>
          <ac:picMkLst>
            <pc:docMk/>
            <pc:sldMk cId="1006383756" sldId="287"/>
            <ac:picMk id="9" creationId="{76362337-4000-56C5-ACF0-AA1A2D91597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65"/>
        <p:cNvGrpSpPr/>
        <p:nvPr/>
      </p:nvGrpSpPr>
      <p:grpSpPr>
        <a:xfrm>
          <a:off x="0" y="0"/>
          <a:ext cx="0" cy="0"/>
          <a:chOff x="0" y="0"/>
          <a:chExt cx="0" cy="0"/>
        </a:xfrm>
      </p:grpSpPr>
      <p:sp>
        <p:nvSpPr>
          <p:cNvPr id="466" name="Google Shape;466;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7" name="Google Shape;467;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9" name="Google Shape;5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8" name="Google Shape;5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6" name="Google Shape;61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5" name="Google Shape;6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6" name="Google Shape;6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5" name="Google Shape;6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4" name="Google Shape;65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3" name="Google Shape;67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7" name="Google Shape;68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1" name="Google Shape;70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5F5FF38F-F4D0-F365-B7DE-3F419C6F66DD}"/>
            </a:ext>
          </a:extLst>
        </p:cNvPr>
        <p:cNvGrpSpPr/>
        <p:nvPr/>
      </p:nvGrpSpPr>
      <p:grpSpPr>
        <a:xfrm>
          <a:off x="0" y="0"/>
          <a:ext cx="0" cy="0"/>
          <a:chOff x="0" y="0"/>
          <a:chExt cx="0" cy="0"/>
        </a:xfrm>
      </p:grpSpPr>
      <p:sp>
        <p:nvSpPr>
          <p:cNvPr id="700" name="Google Shape;700;p13:notes">
            <a:extLst>
              <a:ext uri="{FF2B5EF4-FFF2-40B4-BE49-F238E27FC236}">
                <a16:creationId xmlns:a16="http://schemas.microsoft.com/office/drawing/2014/main" id="{8004B71F-A568-088F-E95C-CD737247BF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1" name="Google Shape;701;p13:notes">
            <a:extLst>
              <a:ext uri="{FF2B5EF4-FFF2-40B4-BE49-F238E27FC236}">
                <a16:creationId xmlns:a16="http://schemas.microsoft.com/office/drawing/2014/main" id="{77474A2D-8CA6-1D37-D43E-FA09639E77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2941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2DAA85E1-0330-F247-0B62-D99B55895CE8}"/>
            </a:ext>
          </a:extLst>
        </p:cNvPr>
        <p:cNvGrpSpPr/>
        <p:nvPr/>
      </p:nvGrpSpPr>
      <p:grpSpPr>
        <a:xfrm>
          <a:off x="0" y="0"/>
          <a:ext cx="0" cy="0"/>
          <a:chOff x="0" y="0"/>
          <a:chExt cx="0" cy="0"/>
        </a:xfrm>
      </p:grpSpPr>
      <p:sp>
        <p:nvSpPr>
          <p:cNvPr id="700" name="Google Shape;700;p13:notes">
            <a:extLst>
              <a:ext uri="{FF2B5EF4-FFF2-40B4-BE49-F238E27FC236}">
                <a16:creationId xmlns:a16="http://schemas.microsoft.com/office/drawing/2014/main" id="{38BE6AE7-1231-0A05-5F0F-E1AA36C45F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1" name="Google Shape;701;p13:notes">
            <a:extLst>
              <a:ext uri="{FF2B5EF4-FFF2-40B4-BE49-F238E27FC236}">
                <a16:creationId xmlns:a16="http://schemas.microsoft.com/office/drawing/2014/main" id="{919A32EA-F4C8-42B6-D27A-47385FAA3E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0227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6" name="Google Shape;71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2" name="Google Shape;74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9" name="Google Shape;72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756" name="Google Shape;756;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804" name="Google Shape;804;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772" name="Google Shape;77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0" name="Google Shape;82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2" name="Google Shape;83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4" name="Google Shape;84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6" name="Google Shape;85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8" name="Google Shape;86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0" name="Google Shape;89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4" name="Google Shape;91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1" name="Google Shape;92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5"/>
        <p:cNvGrpSpPr/>
        <p:nvPr/>
      </p:nvGrpSpPr>
      <p:grpSpPr>
        <a:xfrm>
          <a:off x="0" y="0"/>
          <a:ext cx="0" cy="0"/>
          <a:chOff x="0" y="0"/>
          <a:chExt cx="0" cy="0"/>
        </a:xfrm>
      </p:grpSpPr>
      <p:sp>
        <p:nvSpPr>
          <p:cNvPr id="476" name="Google Shape;476;p2"/>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77" name="Google Shape;477;p2"/>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78" name="Google Shape;478;p2"/>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88"/>
        <p:cNvGrpSpPr/>
        <p:nvPr/>
      </p:nvGrpSpPr>
      <p:grpSpPr>
        <a:xfrm>
          <a:off x="0" y="0"/>
          <a:ext cx="0" cy="0"/>
          <a:chOff x="0" y="0"/>
          <a:chExt cx="0" cy="0"/>
        </a:xfrm>
      </p:grpSpPr>
      <p:sp>
        <p:nvSpPr>
          <p:cNvPr id="489" name="Google Shape;489;p4"/>
          <p:cNvSpPr txBox="1">
            <a:spLocks noGrp="1"/>
          </p:cNvSpPr>
          <p:nvPr>
            <p:ph type="title"/>
          </p:nvPr>
        </p:nvSpPr>
        <p:spPr>
          <a:xfrm rot="5400000">
            <a:off x="-1028700" y="3086100"/>
            <a:ext cx="7429500" cy="42291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490" name="Google Shape;490;p4"/>
          <p:cNvSpPr txBox="1">
            <a:spLocks noGrp="1"/>
          </p:cNvSpPr>
          <p:nvPr>
            <p:ph type="body" idx="1"/>
          </p:nvPr>
        </p:nvSpPr>
        <p:spPr>
          <a:xfrm rot="5400000">
            <a:off x="7447818" y="-342930"/>
            <a:ext cx="7680900" cy="109728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800"/>
              </a:spcBef>
              <a:spcAft>
                <a:spcPts val="0"/>
              </a:spcAft>
              <a:buSzPts val="1800"/>
              <a:buChar char="●"/>
              <a:defRPr/>
            </a:lvl1pPr>
            <a:lvl2pPr marL="914400" lvl="1" indent="-342900" algn="l" rtl="0">
              <a:lnSpc>
                <a:spcPct val="90000"/>
              </a:lnSpc>
              <a:spcBef>
                <a:spcPts val="375"/>
              </a:spcBef>
              <a:spcAft>
                <a:spcPts val="0"/>
              </a:spcAft>
              <a:buSzPts val="1800"/>
              <a:buChar char="●"/>
              <a:defRPr/>
            </a:lvl2pPr>
            <a:lvl3pPr marL="1371600" lvl="2" indent="-342900" algn="l" rtl="0">
              <a:lnSpc>
                <a:spcPct val="90000"/>
              </a:lnSpc>
              <a:spcBef>
                <a:spcPts val="375"/>
              </a:spcBef>
              <a:spcAft>
                <a:spcPts val="0"/>
              </a:spcAft>
              <a:buSzPts val="1800"/>
              <a:buChar char="●"/>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375"/>
              </a:spcAft>
              <a:buSzPts val="1800"/>
              <a:buChar char="●"/>
              <a:defRPr/>
            </a:lvl9pPr>
          </a:lstStyle>
          <a:p>
            <a:endParaRPr/>
          </a:p>
        </p:txBody>
      </p:sp>
      <p:sp>
        <p:nvSpPr>
          <p:cNvPr id="491" name="Google Shape;491;p4"/>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2" name="Google Shape;492;p4"/>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3" name="Google Shape;493;p4"/>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94"/>
        <p:cNvGrpSpPr/>
        <p:nvPr/>
      </p:nvGrpSpPr>
      <p:grpSpPr>
        <a:xfrm>
          <a:off x="0" y="0"/>
          <a:ext cx="0" cy="0"/>
          <a:chOff x="0" y="0"/>
          <a:chExt cx="0" cy="0"/>
        </a:xfrm>
      </p:grpSpPr>
      <p:sp>
        <p:nvSpPr>
          <p:cNvPr id="495" name="Google Shape;495;p5"/>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496" name="Google Shape;496;p5"/>
          <p:cNvSpPr txBox="1">
            <a:spLocks noGrp="1"/>
          </p:cNvSpPr>
          <p:nvPr>
            <p:ph type="body" idx="1"/>
          </p:nvPr>
        </p:nvSpPr>
        <p:spPr>
          <a:xfrm rot="5400000">
            <a:off x="7443050" y="-350100"/>
            <a:ext cx="7681800" cy="109728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800"/>
              </a:spcBef>
              <a:spcAft>
                <a:spcPts val="0"/>
              </a:spcAft>
              <a:buSzPts val="1800"/>
              <a:buChar char="●"/>
              <a:defRPr/>
            </a:lvl1pPr>
            <a:lvl2pPr marL="914400" lvl="1" indent="-342900" algn="l" rtl="0">
              <a:lnSpc>
                <a:spcPct val="90000"/>
              </a:lnSpc>
              <a:spcBef>
                <a:spcPts val="375"/>
              </a:spcBef>
              <a:spcAft>
                <a:spcPts val="0"/>
              </a:spcAft>
              <a:buSzPts val="1800"/>
              <a:buChar char="●"/>
              <a:defRPr/>
            </a:lvl2pPr>
            <a:lvl3pPr marL="1371600" lvl="2" indent="-342900" algn="l" rtl="0">
              <a:lnSpc>
                <a:spcPct val="90000"/>
              </a:lnSpc>
              <a:spcBef>
                <a:spcPts val="375"/>
              </a:spcBef>
              <a:spcAft>
                <a:spcPts val="0"/>
              </a:spcAft>
              <a:buSzPts val="1800"/>
              <a:buChar char="●"/>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375"/>
              </a:spcAft>
              <a:buSzPts val="1800"/>
              <a:buChar char="●"/>
              <a:defRPr/>
            </a:lvl9pPr>
          </a:lstStyle>
          <a:p>
            <a:endParaRPr/>
          </a:p>
        </p:txBody>
      </p:sp>
      <p:sp>
        <p:nvSpPr>
          <p:cNvPr id="497" name="Google Shape;497;p5"/>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8" name="Google Shape;498;p5"/>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9" name="Google Shape;499;p5"/>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0"/>
        <p:cNvGrpSpPr/>
        <p:nvPr/>
      </p:nvGrpSpPr>
      <p:grpSpPr>
        <a:xfrm>
          <a:off x="0" y="0"/>
          <a:ext cx="0" cy="0"/>
          <a:chOff x="0" y="0"/>
          <a:chExt cx="0" cy="0"/>
        </a:xfrm>
      </p:grpSpPr>
      <p:sp>
        <p:nvSpPr>
          <p:cNvPr id="501" name="Google Shape;501;p6"/>
          <p:cNvSpPr txBox="1">
            <a:spLocks noGrp="1"/>
          </p:cNvSpPr>
          <p:nvPr>
            <p:ph type="title"/>
          </p:nvPr>
        </p:nvSpPr>
        <p:spPr>
          <a:xfrm>
            <a:off x="384048" y="1714500"/>
            <a:ext cx="4251900" cy="35661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4800" b="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02" name="Google Shape;502;p6"/>
          <p:cNvSpPr txBox="1">
            <a:spLocks noGrp="1"/>
          </p:cNvSpPr>
          <p:nvPr>
            <p:ph type="body" idx="1"/>
          </p:nvPr>
        </p:nvSpPr>
        <p:spPr>
          <a:xfrm>
            <a:off x="5801868" y="1303020"/>
            <a:ext cx="10972800" cy="76809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03" name="Google Shape;503;p6"/>
          <p:cNvSpPr txBox="1">
            <a:spLocks noGrp="1"/>
          </p:cNvSpPr>
          <p:nvPr>
            <p:ph type="body" idx="2"/>
          </p:nvPr>
        </p:nvSpPr>
        <p:spPr>
          <a:xfrm>
            <a:off x="384048" y="5241264"/>
            <a:ext cx="4251900" cy="34830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800"/>
              </a:spcBef>
              <a:spcAft>
                <a:spcPts val="0"/>
              </a:spcAft>
              <a:buSzPts val="2100"/>
              <a:buNone/>
              <a:defRPr sz="2100">
                <a:solidFill>
                  <a:srgbClr val="FFFFFF"/>
                </a:solidFill>
              </a:defRPr>
            </a:lvl1pPr>
            <a:lvl2pPr marL="914400" lvl="1" indent="-228600" algn="l" rtl="0">
              <a:lnSpc>
                <a:spcPct val="90000"/>
              </a:lnSpc>
              <a:spcBef>
                <a:spcPts val="375"/>
              </a:spcBef>
              <a:spcAft>
                <a:spcPts val="0"/>
              </a:spcAft>
              <a:buSzPts val="1800"/>
              <a:buNone/>
              <a:defRPr sz="1800"/>
            </a:lvl2pPr>
            <a:lvl3pPr marL="1371600" lvl="2" indent="-228600" algn="l" rtl="0">
              <a:lnSpc>
                <a:spcPct val="90000"/>
              </a:lnSpc>
              <a:spcBef>
                <a:spcPts val="375"/>
              </a:spcBef>
              <a:spcAft>
                <a:spcPts val="0"/>
              </a:spcAft>
              <a:buSzPts val="1500"/>
              <a:buNone/>
              <a:defRPr sz="1500"/>
            </a:lvl3pPr>
            <a:lvl4pPr marL="1828800" lvl="3" indent="-228600" algn="l" rtl="0">
              <a:lnSpc>
                <a:spcPct val="90000"/>
              </a:lnSpc>
              <a:spcBef>
                <a:spcPts val="375"/>
              </a:spcBef>
              <a:spcAft>
                <a:spcPts val="0"/>
              </a:spcAft>
              <a:buSzPts val="1350"/>
              <a:buNone/>
              <a:defRPr sz="1350"/>
            </a:lvl4pPr>
            <a:lvl5pPr marL="2286000" lvl="4" indent="-228600" algn="l" rtl="0">
              <a:lnSpc>
                <a:spcPct val="90000"/>
              </a:lnSpc>
              <a:spcBef>
                <a:spcPts val="375"/>
              </a:spcBef>
              <a:spcAft>
                <a:spcPts val="0"/>
              </a:spcAft>
              <a:buSzPts val="1350"/>
              <a:buNone/>
              <a:defRPr sz="1350"/>
            </a:lvl5pPr>
            <a:lvl6pPr marL="2743200" lvl="5" indent="-228600" algn="l" rtl="0">
              <a:lnSpc>
                <a:spcPct val="90000"/>
              </a:lnSpc>
              <a:spcBef>
                <a:spcPts val="375"/>
              </a:spcBef>
              <a:spcAft>
                <a:spcPts val="0"/>
              </a:spcAft>
              <a:buSzPts val="1350"/>
              <a:buNone/>
              <a:defRPr sz="1350"/>
            </a:lvl6pPr>
            <a:lvl7pPr marL="3200400" lvl="6" indent="-228600" algn="l" rtl="0">
              <a:lnSpc>
                <a:spcPct val="90000"/>
              </a:lnSpc>
              <a:spcBef>
                <a:spcPts val="375"/>
              </a:spcBef>
              <a:spcAft>
                <a:spcPts val="0"/>
              </a:spcAft>
              <a:buSzPts val="1350"/>
              <a:buNone/>
              <a:defRPr sz="1350"/>
            </a:lvl7pPr>
            <a:lvl8pPr marL="3657600" lvl="7" indent="-228600" algn="l" rtl="0">
              <a:lnSpc>
                <a:spcPct val="90000"/>
              </a:lnSpc>
              <a:spcBef>
                <a:spcPts val="375"/>
              </a:spcBef>
              <a:spcAft>
                <a:spcPts val="0"/>
              </a:spcAft>
              <a:buSzPts val="1350"/>
              <a:buNone/>
              <a:defRPr sz="1350"/>
            </a:lvl8pPr>
            <a:lvl9pPr marL="4114800" lvl="8" indent="-228600" algn="l" rtl="0">
              <a:lnSpc>
                <a:spcPct val="90000"/>
              </a:lnSpc>
              <a:spcBef>
                <a:spcPts val="375"/>
              </a:spcBef>
              <a:spcAft>
                <a:spcPts val="375"/>
              </a:spcAft>
              <a:buSzPts val="1350"/>
              <a:buNone/>
              <a:defRPr sz="1350"/>
            </a:lvl9pPr>
          </a:lstStyle>
          <a:p>
            <a:endParaRPr/>
          </a:p>
        </p:txBody>
      </p:sp>
      <p:sp>
        <p:nvSpPr>
          <p:cNvPr id="504" name="Google Shape;504;p6"/>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05" name="Google Shape;505;p6"/>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06" name="Google Shape;506;p6"/>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7"/>
        <p:cNvGrpSpPr/>
        <p:nvPr/>
      </p:nvGrpSpPr>
      <p:grpSpPr>
        <a:xfrm>
          <a:off x="0" y="0"/>
          <a:ext cx="0" cy="0"/>
          <a:chOff x="0" y="0"/>
          <a:chExt cx="0" cy="0"/>
        </a:xfrm>
      </p:grpSpPr>
      <p:sp>
        <p:nvSpPr>
          <p:cNvPr id="508" name="Google Shape;508;p7"/>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09" name="Google Shape;509;p7"/>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10" name="Google Shape;510;p7"/>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11" name="Google Shape;511;p7"/>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2"/>
        <p:cNvGrpSpPr/>
        <p:nvPr/>
      </p:nvGrpSpPr>
      <p:grpSpPr>
        <a:xfrm>
          <a:off x="0" y="0"/>
          <a:ext cx="0" cy="0"/>
          <a:chOff x="0" y="0"/>
          <a:chExt cx="0" cy="0"/>
        </a:xfrm>
      </p:grpSpPr>
      <p:sp>
        <p:nvSpPr>
          <p:cNvPr id="513" name="Google Shape;513;p8"/>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14" name="Google Shape;514;p8"/>
          <p:cNvSpPr txBox="1">
            <a:spLocks noGrp="1"/>
          </p:cNvSpPr>
          <p:nvPr>
            <p:ph type="body" idx="1"/>
          </p:nvPr>
        </p:nvSpPr>
        <p:spPr>
          <a:xfrm>
            <a:off x="5801868" y="1535379"/>
            <a:ext cx="5212200" cy="12117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0"/>
              </a:spcBef>
              <a:spcAft>
                <a:spcPts val="0"/>
              </a:spcAft>
              <a:buSzPts val="3000"/>
              <a:buNone/>
              <a:defRPr sz="3000" b="1">
                <a:solidFill>
                  <a:srgbClr val="595959"/>
                </a:solidFill>
              </a:defRPr>
            </a:lvl1pPr>
            <a:lvl2pPr marL="914400" lvl="1" indent="-228600" algn="l" rtl="0">
              <a:lnSpc>
                <a:spcPct val="90000"/>
              </a:lnSpc>
              <a:spcBef>
                <a:spcPts val="375"/>
              </a:spcBef>
              <a:spcAft>
                <a:spcPts val="0"/>
              </a:spcAft>
              <a:buSzPts val="3000"/>
              <a:buNone/>
              <a:defRPr sz="3000" b="1"/>
            </a:lvl2pPr>
            <a:lvl3pPr marL="1371600" lvl="2" indent="-228600" algn="l" rtl="0">
              <a:lnSpc>
                <a:spcPct val="90000"/>
              </a:lnSpc>
              <a:spcBef>
                <a:spcPts val="375"/>
              </a:spcBef>
              <a:spcAft>
                <a:spcPts val="0"/>
              </a:spcAft>
              <a:buSzPts val="2700"/>
              <a:buNone/>
              <a:defRPr sz="2700" b="1"/>
            </a:lvl3pPr>
            <a:lvl4pPr marL="1828800" lvl="3" indent="-228600" algn="l" rtl="0">
              <a:lnSpc>
                <a:spcPct val="90000"/>
              </a:lnSpc>
              <a:spcBef>
                <a:spcPts val="375"/>
              </a:spcBef>
              <a:spcAft>
                <a:spcPts val="0"/>
              </a:spcAft>
              <a:buSzPts val="2400"/>
              <a:buNone/>
              <a:defRPr sz="2400" b="1"/>
            </a:lvl4pPr>
            <a:lvl5pPr marL="2286000" lvl="4" indent="-228600" algn="l" rtl="0">
              <a:lnSpc>
                <a:spcPct val="90000"/>
              </a:lnSpc>
              <a:spcBef>
                <a:spcPts val="375"/>
              </a:spcBef>
              <a:spcAft>
                <a:spcPts val="0"/>
              </a:spcAft>
              <a:buSzPts val="2400"/>
              <a:buNone/>
              <a:defRPr sz="2400" b="1"/>
            </a:lvl5pPr>
            <a:lvl6pPr marL="2743200" lvl="5" indent="-228600" algn="l" rtl="0">
              <a:lnSpc>
                <a:spcPct val="90000"/>
              </a:lnSpc>
              <a:spcBef>
                <a:spcPts val="375"/>
              </a:spcBef>
              <a:spcAft>
                <a:spcPts val="0"/>
              </a:spcAft>
              <a:buSzPts val="2400"/>
              <a:buNone/>
              <a:defRPr sz="2400" b="1"/>
            </a:lvl6pPr>
            <a:lvl7pPr marL="3200400" lvl="6" indent="-228600" algn="l" rtl="0">
              <a:lnSpc>
                <a:spcPct val="90000"/>
              </a:lnSpc>
              <a:spcBef>
                <a:spcPts val="375"/>
              </a:spcBef>
              <a:spcAft>
                <a:spcPts val="0"/>
              </a:spcAft>
              <a:buSzPts val="2400"/>
              <a:buNone/>
              <a:defRPr sz="2400" b="1"/>
            </a:lvl7pPr>
            <a:lvl8pPr marL="3657600" lvl="7" indent="-228600" algn="l" rtl="0">
              <a:lnSpc>
                <a:spcPct val="90000"/>
              </a:lnSpc>
              <a:spcBef>
                <a:spcPts val="375"/>
              </a:spcBef>
              <a:spcAft>
                <a:spcPts val="0"/>
              </a:spcAft>
              <a:buSzPts val="2400"/>
              <a:buNone/>
              <a:defRPr sz="2400" b="1"/>
            </a:lvl8pPr>
            <a:lvl9pPr marL="4114800" lvl="8" indent="-228600" algn="l" rtl="0">
              <a:lnSpc>
                <a:spcPct val="90000"/>
              </a:lnSpc>
              <a:spcBef>
                <a:spcPts val="375"/>
              </a:spcBef>
              <a:spcAft>
                <a:spcPts val="375"/>
              </a:spcAft>
              <a:buSzPts val="2400"/>
              <a:buNone/>
              <a:defRPr sz="2400" b="1"/>
            </a:lvl9pPr>
          </a:lstStyle>
          <a:p>
            <a:endParaRPr/>
          </a:p>
        </p:txBody>
      </p:sp>
      <p:sp>
        <p:nvSpPr>
          <p:cNvPr id="515" name="Google Shape;515;p8"/>
          <p:cNvSpPr txBox="1">
            <a:spLocks noGrp="1"/>
          </p:cNvSpPr>
          <p:nvPr>
            <p:ph type="body" idx="2"/>
          </p:nvPr>
        </p:nvSpPr>
        <p:spPr>
          <a:xfrm>
            <a:off x="5801868" y="2896404"/>
            <a:ext cx="5212200" cy="60351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16" name="Google Shape;516;p8"/>
          <p:cNvSpPr txBox="1">
            <a:spLocks noGrp="1"/>
          </p:cNvSpPr>
          <p:nvPr>
            <p:ph type="body" idx="3"/>
          </p:nvPr>
        </p:nvSpPr>
        <p:spPr>
          <a:xfrm>
            <a:off x="11727695" y="1535380"/>
            <a:ext cx="5212200" cy="1219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0"/>
              </a:spcBef>
              <a:spcAft>
                <a:spcPts val="0"/>
              </a:spcAft>
              <a:buSzPts val="3000"/>
              <a:buNone/>
              <a:defRPr sz="3000" b="1">
                <a:solidFill>
                  <a:srgbClr val="595959"/>
                </a:solidFill>
              </a:defRPr>
            </a:lvl1pPr>
            <a:lvl2pPr marL="914400" lvl="1" indent="-228600" algn="l" rtl="0">
              <a:lnSpc>
                <a:spcPct val="90000"/>
              </a:lnSpc>
              <a:spcBef>
                <a:spcPts val="375"/>
              </a:spcBef>
              <a:spcAft>
                <a:spcPts val="0"/>
              </a:spcAft>
              <a:buSzPts val="3000"/>
              <a:buNone/>
              <a:defRPr sz="3000" b="1"/>
            </a:lvl2pPr>
            <a:lvl3pPr marL="1371600" lvl="2" indent="-228600" algn="l" rtl="0">
              <a:lnSpc>
                <a:spcPct val="90000"/>
              </a:lnSpc>
              <a:spcBef>
                <a:spcPts val="375"/>
              </a:spcBef>
              <a:spcAft>
                <a:spcPts val="0"/>
              </a:spcAft>
              <a:buSzPts val="2700"/>
              <a:buNone/>
              <a:defRPr sz="2700" b="1"/>
            </a:lvl3pPr>
            <a:lvl4pPr marL="1828800" lvl="3" indent="-228600" algn="l" rtl="0">
              <a:lnSpc>
                <a:spcPct val="90000"/>
              </a:lnSpc>
              <a:spcBef>
                <a:spcPts val="375"/>
              </a:spcBef>
              <a:spcAft>
                <a:spcPts val="0"/>
              </a:spcAft>
              <a:buSzPts val="2400"/>
              <a:buNone/>
              <a:defRPr sz="2400" b="1"/>
            </a:lvl4pPr>
            <a:lvl5pPr marL="2286000" lvl="4" indent="-228600" algn="l" rtl="0">
              <a:lnSpc>
                <a:spcPct val="90000"/>
              </a:lnSpc>
              <a:spcBef>
                <a:spcPts val="375"/>
              </a:spcBef>
              <a:spcAft>
                <a:spcPts val="0"/>
              </a:spcAft>
              <a:buSzPts val="2400"/>
              <a:buNone/>
              <a:defRPr sz="2400" b="1"/>
            </a:lvl5pPr>
            <a:lvl6pPr marL="2743200" lvl="5" indent="-228600" algn="l" rtl="0">
              <a:lnSpc>
                <a:spcPct val="90000"/>
              </a:lnSpc>
              <a:spcBef>
                <a:spcPts val="375"/>
              </a:spcBef>
              <a:spcAft>
                <a:spcPts val="0"/>
              </a:spcAft>
              <a:buSzPts val="2400"/>
              <a:buNone/>
              <a:defRPr sz="2400" b="1"/>
            </a:lvl6pPr>
            <a:lvl7pPr marL="3200400" lvl="6" indent="-228600" algn="l" rtl="0">
              <a:lnSpc>
                <a:spcPct val="90000"/>
              </a:lnSpc>
              <a:spcBef>
                <a:spcPts val="375"/>
              </a:spcBef>
              <a:spcAft>
                <a:spcPts val="0"/>
              </a:spcAft>
              <a:buSzPts val="2400"/>
              <a:buNone/>
              <a:defRPr sz="2400" b="1"/>
            </a:lvl7pPr>
            <a:lvl8pPr marL="3657600" lvl="7" indent="-228600" algn="l" rtl="0">
              <a:lnSpc>
                <a:spcPct val="90000"/>
              </a:lnSpc>
              <a:spcBef>
                <a:spcPts val="375"/>
              </a:spcBef>
              <a:spcAft>
                <a:spcPts val="0"/>
              </a:spcAft>
              <a:buSzPts val="2400"/>
              <a:buNone/>
              <a:defRPr sz="2400" b="1"/>
            </a:lvl8pPr>
            <a:lvl9pPr marL="4114800" lvl="8" indent="-228600" algn="l" rtl="0">
              <a:lnSpc>
                <a:spcPct val="90000"/>
              </a:lnSpc>
              <a:spcBef>
                <a:spcPts val="375"/>
              </a:spcBef>
              <a:spcAft>
                <a:spcPts val="375"/>
              </a:spcAft>
              <a:buSzPts val="2400"/>
              <a:buNone/>
              <a:defRPr sz="2400" b="1"/>
            </a:lvl9pPr>
          </a:lstStyle>
          <a:p>
            <a:endParaRPr/>
          </a:p>
        </p:txBody>
      </p:sp>
      <p:sp>
        <p:nvSpPr>
          <p:cNvPr id="517" name="Google Shape;517;p8"/>
          <p:cNvSpPr txBox="1">
            <a:spLocks noGrp="1"/>
          </p:cNvSpPr>
          <p:nvPr>
            <p:ph type="body" idx="4"/>
          </p:nvPr>
        </p:nvSpPr>
        <p:spPr>
          <a:xfrm>
            <a:off x="11727695" y="2896404"/>
            <a:ext cx="5212200" cy="60351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18" name="Google Shape;518;p8"/>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19" name="Google Shape;519;p8"/>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0" name="Google Shape;520;p8"/>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21"/>
        <p:cNvGrpSpPr/>
        <p:nvPr/>
      </p:nvGrpSpPr>
      <p:grpSpPr>
        <a:xfrm>
          <a:off x="0" y="0"/>
          <a:ext cx="0" cy="0"/>
          <a:chOff x="0" y="0"/>
          <a:chExt cx="0" cy="0"/>
        </a:xfrm>
      </p:grpSpPr>
      <p:sp>
        <p:nvSpPr>
          <p:cNvPr id="522" name="Google Shape;522;p9"/>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23" name="Google Shape;523;p9"/>
          <p:cNvSpPr txBox="1">
            <a:spLocks noGrp="1"/>
          </p:cNvSpPr>
          <p:nvPr>
            <p:ph type="body" idx="1"/>
          </p:nvPr>
        </p:nvSpPr>
        <p:spPr>
          <a:xfrm>
            <a:off x="5801868" y="1303020"/>
            <a:ext cx="5212200" cy="76809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24" name="Google Shape;524;p9"/>
          <p:cNvSpPr txBox="1">
            <a:spLocks noGrp="1"/>
          </p:cNvSpPr>
          <p:nvPr>
            <p:ph type="body" idx="2"/>
          </p:nvPr>
        </p:nvSpPr>
        <p:spPr>
          <a:xfrm>
            <a:off x="11727180" y="1303020"/>
            <a:ext cx="5212200" cy="76809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a:endParaRPr/>
          </a:p>
        </p:txBody>
      </p:sp>
      <p:sp>
        <p:nvSpPr>
          <p:cNvPr id="525" name="Google Shape;525;p9"/>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6" name="Google Shape;526;p9"/>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7" name="Google Shape;527;p9"/>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8"/>
        <p:cNvGrpSpPr/>
        <p:nvPr/>
      </p:nvGrpSpPr>
      <p:grpSpPr>
        <a:xfrm>
          <a:off x="0" y="0"/>
          <a:ext cx="0" cy="0"/>
          <a:chOff x="0" y="0"/>
          <a:chExt cx="0" cy="0"/>
        </a:xfrm>
      </p:grpSpPr>
      <p:sp>
        <p:nvSpPr>
          <p:cNvPr id="529" name="Google Shape;529;p10"/>
          <p:cNvSpPr txBox="1">
            <a:spLocks noGrp="1"/>
          </p:cNvSpPr>
          <p:nvPr>
            <p:ph type="title"/>
          </p:nvPr>
        </p:nvSpPr>
        <p:spPr>
          <a:xfrm>
            <a:off x="5801868" y="1947672"/>
            <a:ext cx="10972800" cy="48828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8850" b="0">
                <a:solidFill>
                  <a:srgbClr val="595959"/>
                </a:solidFil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30" name="Google Shape;530;p10"/>
          <p:cNvSpPr txBox="1">
            <a:spLocks noGrp="1"/>
          </p:cNvSpPr>
          <p:nvPr>
            <p:ph type="body" idx="1"/>
          </p:nvPr>
        </p:nvSpPr>
        <p:spPr>
          <a:xfrm>
            <a:off x="5829300" y="7008876"/>
            <a:ext cx="10972800" cy="13716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800"/>
              </a:spcBef>
              <a:spcAft>
                <a:spcPts val="0"/>
              </a:spcAft>
              <a:buSzPts val="3300"/>
              <a:buNone/>
              <a:defRPr sz="3300" cap="none">
                <a:solidFill>
                  <a:srgbClr val="595959"/>
                </a:solidFill>
              </a:defRPr>
            </a:lvl1pPr>
            <a:lvl2pPr marL="914400" lvl="1" indent="-228600" algn="l" rtl="0">
              <a:lnSpc>
                <a:spcPct val="90000"/>
              </a:lnSpc>
              <a:spcBef>
                <a:spcPts val="375"/>
              </a:spcBef>
              <a:spcAft>
                <a:spcPts val="0"/>
              </a:spcAft>
              <a:buSzPts val="2700"/>
              <a:buNone/>
              <a:defRPr sz="2700">
                <a:solidFill>
                  <a:srgbClr val="888888"/>
                </a:solidFill>
              </a:defRPr>
            </a:lvl2pPr>
            <a:lvl3pPr marL="1371600" lvl="2" indent="-228600" algn="l" rtl="0">
              <a:lnSpc>
                <a:spcPct val="90000"/>
              </a:lnSpc>
              <a:spcBef>
                <a:spcPts val="375"/>
              </a:spcBef>
              <a:spcAft>
                <a:spcPts val="0"/>
              </a:spcAft>
              <a:buSzPts val="2400"/>
              <a:buNone/>
              <a:defRPr sz="2400">
                <a:solidFill>
                  <a:srgbClr val="888888"/>
                </a:solidFill>
              </a:defRPr>
            </a:lvl3pPr>
            <a:lvl4pPr marL="1828800" lvl="3" indent="-228600" algn="l" rtl="0">
              <a:lnSpc>
                <a:spcPct val="90000"/>
              </a:lnSpc>
              <a:spcBef>
                <a:spcPts val="375"/>
              </a:spcBef>
              <a:spcAft>
                <a:spcPts val="0"/>
              </a:spcAft>
              <a:buSzPts val="2100"/>
              <a:buNone/>
              <a:defRPr sz="2100">
                <a:solidFill>
                  <a:srgbClr val="888888"/>
                </a:solidFill>
              </a:defRPr>
            </a:lvl4pPr>
            <a:lvl5pPr marL="2286000" lvl="4" indent="-228600" algn="l" rtl="0">
              <a:lnSpc>
                <a:spcPct val="90000"/>
              </a:lnSpc>
              <a:spcBef>
                <a:spcPts val="375"/>
              </a:spcBef>
              <a:spcAft>
                <a:spcPts val="0"/>
              </a:spcAft>
              <a:buSzPts val="2100"/>
              <a:buNone/>
              <a:defRPr sz="2100">
                <a:solidFill>
                  <a:srgbClr val="888888"/>
                </a:solidFill>
              </a:defRPr>
            </a:lvl5pPr>
            <a:lvl6pPr marL="2743200" lvl="5" indent="-228600" algn="l" rtl="0">
              <a:lnSpc>
                <a:spcPct val="90000"/>
              </a:lnSpc>
              <a:spcBef>
                <a:spcPts val="375"/>
              </a:spcBef>
              <a:spcAft>
                <a:spcPts val="0"/>
              </a:spcAft>
              <a:buSzPts val="2100"/>
              <a:buNone/>
              <a:defRPr sz="2100">
                <a:solidFill>
                  <a:srgbClr val="888888"/>
                </a:solidFill>
              </a:defRPr>
            </a:lvl6pPr>
            <a:lvl7pPr marL="3200400" lvl="6" indent="-228600" algn="l" rtl="0">
              <a:lnSpc>
                <a:spcPct val="90000"/>
              </a:lnSpc>
              <a:spcBef>
                <a:spcPts val="375"/>
              </a:spcBef>
              <a:spcAft>
                <a:spcPts val="0"/>
              </a:spcAft>
              <a:buSzPts val="2100"/>
              <a:buNone/>
              <a:defRPr sz="2100">
                <a:solidFill>
                  <a:srgbClr val="888888"/>
                </a:solidFill>
              </a:defRPr>
            </a:lvl7pPr>
            <a:lvl8pPr marL="3657600" lvl="7" indent="-228600" algn="l" rtl="0">
              <a:lnSpc>
                <a:spcPct val="90000"/>
              </a:lnSpc>
              <a:spcBef>
                <a:spcPts val="375"/>
              </a:spcBef>
              <a:spcAft>
                <a:spcPts val="0"/>
              </a:spcAft>
              <a:buSzPts val="2100"/>
              <a:buNone/>
              <a:defRPr sz="2100">
                <a:solidFill>
                  <a:srgbClr val="888888"/>
                </a:solidFill>
              </a:defRPr>
            </a:lvl8pPr>
            <a:lvl9pPr marL="4114800" lvl="8" indent="-228600" algn="l" rtl="0">
              <a:lnSpc>
                <a:spcPct val="90000"/>
              </a:lnSpc>
              <a:spcBef>
                <a:spcPts val="375"/>
              </a:spcBef>
              <a:spcAft>
                <a:spcPts val="375"/>
              </a:spcAft>
              <a:buSzPts val="2100"/>
              <a:buNone/>
              <a:defRPr sz="2100">
                <a:solidFill>
                  <a:srgbClr val="888888"/>
                </a:solidFill>
              </a:defRPr>
            </a:lvl9pPr>
          </a:lstStyle>
          <a:p>
            <a:endParaRPr/>
          </a:p>
        </p:txBody>
      </p:sp>
      <p:sp>
        <p:nvSpPr>
          <p:cNvPr id="531" name="Google Shape;531;p10"/>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2" name="Google Shape;532;p10"/>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3" name="Google Shape;533;p10"/>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4"/>
        <p:cNvGrpSpPr/>
        <p:nvPr/>
      </p:nvGrpSpPr>
      <p:grpSpPr>
        <a:xfrm>
          <a:off x="0" y="0"/>
          <a:ext cx="0" cy="0"/>
          <a:chOff x="0" y="0"/>
          <a:chExt cx="0" cy="0"/>
        </a:xfrm>
      </p:grpSpPr>
      <p:sp>
        <p:nvSpPr>
          <p:cNvPr id="535" name="Google Shape;535;p11"/>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36" name="Google Shape;536;p11"/>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lvl="0" indent="-342900" algn="l" rtl="0">
              <a:lnSpc>
                <a:spcPct val="90000"/>
              </a:lnSpc>
              <a:spcBef>
                <a:spcPts val="1800"/>
              </a:spcBef>
              <a:spcAft>
                <a:spcPts val="0"/>
              </a:spcAft>
              <a:buSzPts val="1800"/>
              <a:buChar char="●"/>
              <a:defRPr/>
            </a:lvl1pPr>
            <a:lvl2pPr marL="914400" lvl="1" indent="-342900" algn="l" rtl="0">
              <a:lnSpc>
                <a:spcPct val="90000"/>
              </a:lnSpc>
              <a:spcBef>
                <a:spcPts val="375"/>
              </a:spcBef>
              <a:spcAft>
                <a:spcPts val="0"/>
              </a:spcAft>
              <a:buSzPts val="1800"/>
              <a:buChar char="●"/>
              <a:defRPr/>
            </a:lvl2pPr>
            <a:lvl3pPr marL="1371600" lvl="2" indent="-342900" algn="l" rtl="0">
              <a:lnSpc>
                <a:spcPct val="90000"/>
              </a:lnSpc>
              <a:spcBef>
                <a:spcPts val="375"/>
              </a:spcBef>
              <a:spcAft>
                <a:spcPts val="0"/>
              </a:spcAft>
              <a:buSzPts val="1800"/>
              <a:buChar char="●"/>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375"/>
              </a:spcAft>
              <a:buSzPts val="1800"/>
              <a:buChar char="●"/>
              <a:defRPr/>
            </a:lvl9pPr>
          </a:lstStyle>
          <a:p>
            <a:endParaRPr/>
          </a:p>
        </p:txBody>
      </p:sp>
      <p:sp>
        <p:nvSpPr>
          <p:cNvPr id="537" name="Google Shape;537;p11"/>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8" name="Google Shape;538;p11"/>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9" name="Google Shape;539;p11"/>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49"/>
        <p:cNvGrpSpPr/>
        <p:nvPr/>
      </p:nvGrpSpPr>
      <p:grpSpPr>
        <a:xfrm>
          <a:off x="0" y="0"/>
          <a:ext cx="0" cy="0"/>
          <a:chOff x="0" y="0"/>
          <a:chExt cx="0" cy="0"/>
        </a:xfrm>
      </p:grpSpPr>
      <p:sp>
        <p:nvSpPr>
          <p:cNvPr id="550" name="Google Shape;550;p13"/>
          <p:cNvSpPr txBox="1">
            <a:spLocks noGrp="1"/>
          </p:cNvSpPr>
          <p:nvPr>
            <p:ph type="ctrTitle"/>
          </p:nvPr>
        </p:nvSpPr>
        <p:spPr>
          <a:xfrm>
            <a:off x="1604772" y="1947672"/>
            <a:ext cx="10972800" cy="48828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8850">
                <a:solidFill>
                  <a:srgbClr val="FFFFFF"/>
                </a:solidFil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51" name="Google Shape;551;p13"/>
          <p:cNvSpPr txBox="1">
            <a:spLocks noGrp="1"/>
          </p:cNvSpPr>
          <p:nvPr>
            <p:ph type="subTitle" idx="1"/>
          </p:nvPr>
        </p:nvSpPr>
        <p:spPr>
          <a:xfrm>
            <a:off x="1650023" y="7005369"/>
            <a:ext cx="10972800" cy="1371600"/>
          </a:xfrm>
          <a:prstGeom prst="rect">
            <a:avLst/>
          </a:prstGeom>
          <a:noFill/>
          <a:ln>
            <a:noFill/>
          </a:ln>
        </p:spPr>
        <p:txBody>
          <a:bodyPr spcFirstLastPara="1" wrap="square" lIns="91425" tIns="45700" rIns="91425" bIns="45700" anchor="t" anchorCtr="0">
            <a:normAutofit/>
          </a:bodyPr>
          <a:lstStyle>
            <a:lvl1pPr lvl="0" algn="l" rtl="0">
              <a:lnSpc>
                <a:spcPct val="90000"/>
              </a:lnSpc>
              <a:spcBef>
                <a:spcPts val="1800"/>
              </a:spcBef>
              <a:spcAft>
                <a:spcPts val="0"/>
              </a:spcAft>
              <a:buSzPts val="3300"/>
              <a:buNone/>
              <a:defRPr sz="3300" cap="none">
                <a:solidFill>
                  <a:srgbClr val="D7F0F6"/>
                </a:solidFill>
              </a:defRPr>
            </a:lvl1pPr>
            <a:lvl2pPr lvl="1" algn="ctr" rtl="0">
              <a:lnSpc>
                <a:spcPct val="90000"/>
              </a:lnSpc>
              <a:spcBef>
                <a:spcPts val="375"/>
              </a:spcBef>
              <a:spcAft>
                <a:spcPts val="0"/>
              </a:spcAft>
              <a:buSzPts val="3300"/>
              <a:buNone/>
              <a:defRPr sz="3300"/>
            </a:lvl2pPr>
            <a:lvl3pPr lvl="2" algn="ctr" rtl="0">
              <a:lnSpc>
                <a:spcPct val="90000"/>
              </a:lnSpc>
              <a:spcBef>
                <a:spcPts val="375"/>
              </a:spcBef>
              <a:spcAft>
                <a:spcPts val="0"/>
              </a:spcAft>
              <a:buSzPts val="3300"/>
              <a:buNone/>
              <a:defRPr sz="3300"/>
            </a:lvl3pPr>
            <a:lvl4pPr lvl="3" algn="ctr" rtl="0">
              <a:lnSpc>
                <a:spcPct val="90000"/>
              </a:lnSpc>
              <a:spcBef>
                <a:spcPts val="375"/>
              </a:spcBef>
              <a:spcAft>
                <a:spcPts val="0"/>
              </a:spcAft>
              <a:buSzPts val="3000"/>
              <a:buNone/>
              <a:defRPr sz="3000"/>
            </a:lvl4pPr>
            <a:lvl5pPr lvl="4" algn="ctr" rtl="0">
              <a:lnSpc>
                <a:spcPct val="90000"/>
              </a:lnSpc>
              <a:spcBef>
                <a:spcPts val="375"/>
              </a:spcBef>
              <a:spcAft>
                <a:spcPts val="0"/>
              </a:spcAft>
              <a:buSzPts val="3000"/>
              <a:buNone/>
              <a:defRPr sz="3000"/>
            </a:lvl5pPr>
            <a:lvl6pPr lvl="5" algn="ctr" rtl="0">
              <a:lnSpc>
                <a:spcPct val="90000"/>
              </a:lnSpc>
              <a:spcBef>
                <a:spcPts val="375"/>
              </a:spcBef>
              <a:spcAft>
                <a:spcPts val="0"/>
              </a:spcAft>
              <a:buSzPts val="3000"/>
              <a:buNone/>
              <a:defRPr sz="3000"/>
            </a:lvl6pPr>
            <a:lvl7pPr lvl="6" algn="ctr" rtl="0">
              <a:lnSpc>
                <a:spcPct val="90000"/>
              </a:lnSpc>
              <a:spcBef>
                <a:spcPts val="375"/>
              </a:spcBef>
              <a:spcAft>
                <a:spcPts val="0"/>
              </a:spcAft>
              <a:buSzPts val="3000"/>
              <a:buNone/>
              <a:defRPr sz="3000"/>
            </a:lvl7pPr>
            <a:lvl8pPr lvl="7" algn="ctr" rtl="0">
              <a:lnSpc>
                <a:spcPct val="90000"/>
              </a:lnSpc>
              <a:spcBef>
                <a:spcPts val="375"/>
              </a:spcBef>
              <a:spcAft>
                <a:spcPts val="0"/>
              </a:spcAft>
              <a:buSzPts val="3000"/>
              <a:buNone/>
              <a:defRPr sz="3000"/>
            </a:lvl8pPr>
            <a:lvl9pPr lvl="8" algn="ctr" rtl="0">
              <a:lnSpc>
                <a:spcPct val="90000"/>
              </a:lnSpc>
              <a:spcBef>
                <a:spcPts val="375"/>
              </a:spcBef>
              <a:spcAft>
                <a:spcPts val="375"/>
              </a:spcAft>
              <a:buSzPts val="3000"/>
              <a:buNone/>
              <a:defRPr sz="3000"/>
            </a:lvl9pPr>
          </a:lstStyle>
          <a:p>
            <a:endParaRPr/>
          </a:p>
        </p:txBody>
      </p:sp>
      <p:sp>
        <p:nvSpPr>
          <p:cNvPr id="552" name="Google Shape;552;p13"/>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53" name="Google Shape;553;p13"/>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54" name="Google Shape;554;p13"/>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64"/>
        <p:cNvGrpSpPr/>
        <p:nvPr/>
      </p:nvGrpSpPr>
      <p:grpSpPr>
        <a:xfrm>
          <a:off x="0" y="0"/>
          <a:ext cx="0" cy="0"/>
          <a:chOff x="0" y="0"/>
          <a:chExt cx="0" cy="0"/>
        </a:xfrm>
      </p:grpSpPr>
      <p:sp>
        <p:nvSpPr>
          <p:cNvPr id="565" name="Google Shape;565;p15"/>
          <p:cNvSpPr txBox="1">
            <a:spLocks noGrp="1"/>
          </p:cNvSpPr>
          <p:nvPr>
            <p:ph type="title"/>
          </p:nvPr>
        </p:nvSpPr>
        <p:spPr>
          <a:xfrm>
            <a:off x="384048" y="1714500"/>
            <a:ext cx="4251900" cy="35661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4800" b="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566" name="Google Shape;566;p15"/>
          <p:cNvSpPr>
            <a:spLocks noGrp="1"/>
          </p:cNvSpPr>
          <p:nvPr>
            <p:ph type="pic" idx="2"/>
          </p:nvPr>
        </p:nvSpPr>
        <p:spPr>
          <a:xfrm>
            <a:off x="5355966" y="1151129"/>
            <a:ext cx="12172800" cy="7996500"/>
          </a:xfrm>
          <a:prstGeom prst="rect">
            <a:avLst/>
          </a:prstGeom>
          <a:solidFill>
            <a:srgbClr val="BFBFBF"/>
          </a:solidFill>
          <a:ln>
            <a:noFill/>
          </a:ln>
        </p:spPr>
      </p:sp>
      <p:sp>
        <p:nvSpPr>
          <p:cNvPr id="567" name="Google Shape;567;p15"/>
          <p:cNvSpPr txBox="1">
            <a:spLocks noGrp="1"/>
          </p:cNvSpPr>
          <p:nvPr>
            <p:ph type="body" idx="1"/>
          </p:nvPr>
        </p:nvSpPr>
        <p:spPr>
          <a:xfrm>
            <a:off x="384048" y="5239512"/>
            <a:ext cx="4251900" cy="3483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800"/>
              </a:spcBef>
              <a:spcAft>
                <a:spcPts val="0"/>
              </a:spcAft>
              <a:buSzPts val="2100"/>
              <a:buNone/>
              <a:defRPr sz="2100">
                <a:solidFill>
                  <a:srgbClr val="FFFFFF"/>
                </a:solidFill>
              </a:defRPr>
            </a:lvl1pPr>
            <a:lvl2pPr marL="914400" lvl="1" indent="-228600" algn="l" rtl="0">
              <a:lnSpc>
                <a:spcPct val="90000"/>
              </a:lnSpc>
              <a:spcBef>
                <a:spcPts val="375"/>
              </a:spcBef>
              <a:spcAft>
                <a:spcPts val="0"/>
              </a:spcAft>
              <a:buSzPts val="1800"/>
              <a:buNone/>
              <a:defRPr sz="1800"/>
            </a:lvl2pPr>
            <a:lvl3pPr marL="1371600" lvl="2" indent="-228600" algn="l" rtl="0">
              <a:lnSpc>
                <a:spcPct val="90000"/>
              </a:lnSpc>
              <a:spcBef>
                <a:spcPts val="375"/>
              </a:spcBef>
              <a:spcAft>
                <a:spcPts val="0"/>
              </a:spcAft>
              <a:buSzPts val="1500"/>
              <a:buNone/>
              <a:defRPr sz="1500"/>
            </a:lvl3pPr>
            <a:lvl4pPr marL="1828800" lvl="3" indent="-228600" algn="l" rtl="0">
              <a:lnSpc>
                <a:spcPct val="90000"/>
              </a:lnSpc>
              <a:spcBef>
                <a:spcPts val="375"/>
              </a:spcBef>
              <a:spcAft>
                <a:spcPts val="0"/>
              </a:spcAft>
              <a:buSzPts val="1350"/>
              <a:buNone/>
              <a:defRPr sz="1350"/>
            </a:lvl4pPr>
            <a:lvl5pPr marL="2286000" lvl="4" indent="-228600" algn="l" rtl="0">
              <a:lnSpc>
                <a:spcPct val="90000"/>
              </a:lnSpc>
              <a:spcBef>
                <a:spcPts val="375"/>
              </a:spcBef>
              <a:spcAft>
                <a:spcPts val="0"/>
              </a:spcAft>
              <a:buSzPts val="1350"/>
              <a:buNone/>
              <a:defRPr sz="1350"/>
            </a:lvl5pPr>
            <a:lvl6pPr marL="2743200" lvl="5" indent="-228600" algn="l" rtl="0">
              <a:lnSpc>
                <a:spcPct val="90000"/>
              </a:lnSpc>
              <a:spcBef>
                <a:spcPts val="375"/>
              </a:spcBef>
              <a:spcAft>
                <a:spcPts val="0"/>
              </a:spcAft>
              <a:buSzPts val="1350"/>
              <a:buNone/>
              <a:defRPr sz="1350"/>
            </a:lvl6pPr>
            <a:lvl7pPr marL="3200400" lvl="6" indent="-228600" algn="l" rtl="0">
              <a:lnSpc>
                <a:spcPct val="90000"/>
              </a:lnSpc>
              <a:spcBef>
                <a:spcPts val="375"/>
              </a:spcBef>
              <a:spcAft>
                <a:spcPts val="0"/>
              </a:spcAft>
              <a:buSzPts val="1350"/>
              <a:buNone/>
              <a:defRPr sz="1350"/>
            </a:lvl7pPr>
            <a:lvl8pPr marL="3657600" lvl="7" indent="-228600" algn="l" rtl="0">
              <a:lnSpc>
                <a:spcPct val="90000"/>
              </a:lnSpc>
              <a:spcBef>
                <a:spcPts val="375"/>
              </a:spcBef>
              <a:spcAft>
                <a:spcPts val="0"/>
              </a:spcAft>
              <a:buSzPts val="1350"/>
              <a:buNone/>
              <a:defRPr sz="1350"/>
            </a:lvl8pPr>
            <a:lvl9pPr marL="4114800" lvl="8" indent="-228600" algn="l" rtl="0">
              <a:lnSpc>
                <a:spcPct val="90000"/>
              </a:lnSpc>
              <a:spcBef>
                <a:spcPts val="375"/>
              </a:spcBef>
              <a:spcAft>
                <a:spcPts val="375"/>
              </a:spcAft>
              <a:buSzPts val="1350"/>
              <a:buNone/>
              <a:defRPr sz="1350"/>
            </a:lvl9pPr>
          </a:lstStyle>
          <a:p>
            <a:endParaRPr/>
          </a:p>
        </p:txBody>
      </p:sp>
      <p:sp>
        <p:nvSpPr>
          <p:cNvPr id="568" name="Google Shape;568;p15"/>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9" name="Google Shape;569;p15"/>
          <p:cNvSpPr txBox="1">
            <a:spLocks noGrp="1"/>
          </p:cNvSpPr>
          <p:nvPr>
            <p:ph type="ftr" idx="11"/>
          </p:nvPr>
        </p:nvSpPr>
        <p:spPr>
          <a:xfrm>
            <a:off x="5248275"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70" name="Google Shape;570;p15"/>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image" Target="../media/image1.png"/><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8"/>
        <p:cNvGrpSpPr/>
        <p:nvPr/>
      </p:nvGrpSpPr>
      <p:grpSpPr>
        <a:xfrm>
          <a:off x="0" y="0"/>
          <a:ext cx="0" cy="0"/>
          <a:chOff x="0" y="0"/>
          <a:chExt cx="0" cy="0"/>
        </a:xfrm>
      </p:grpSpPr>
      <p:pic>
        <p:nvPicPr>
          <p:cNvPr id="469" name="Google Shape;469;p1"/>
          <p:cNvPicPr preferRelativeResize="0"/>
          <p:nvPr/>
        </p:nvPicPr>
        <p:blipFill rotWithShape="1">
          <a:blip r:embed="rId3">
            <a:alphaModFix/>
          </a:blip>
          <a:srcRect/>
          <a:stretch/>
        </p:blipFill>
        <p:spPr>
          <a:xfrm>
            <a:off x="16078200" y="204787"/>
            <a:ext cx="1322387" cy="1322387"/>
          </a:xfrm>
          <a:prstGeom prst="rect">
            <a:avLst/>
          </a:prstGeom>
          <a:noFill/>
          <a:ln>
            <a:noFill/>
          </a:ln>
        </p:spPr>
      </p:pic>
      <p:sp>
        <p:nvSpPr>
          <p:cNvPr id="470" name="Google Shape;470;p1"/>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1pPr>
            <a:lvl2pPr marR="0" lvl="1"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2pPr>
            <a:lvl3pPr marR="0" lvl="2"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3pPr>
            <a:lvl4pPr marR="0" lvl="3"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4pPr>
            <a:lvl5pPr marR="0" lvl="4"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5pPr>
            <a:lvl6pPr marR="0" lvl="5"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6pPr>
            <a:lvl7pPr marR="0" lvl="6"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7pPr>
            <a:lvl8pPr marR="0" lvl="7"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8pPr>
            <a:lvl9pPr marR="0" lvl="8"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9pPr>
          </a:lstStyle>
          <a:p>
            <a:endParaRPr/>
          </a:p>
        </p:txBody>
      </p:sp>
      <p:sp>
        <p:nvSpPr>
          <p:cNvPr id="471" name="Google Shape;471;p1"/>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a:ea typeface="Corbel"/>
                <a:cs typeface="Corbel"/>
                <a:sym typeface="Corbel"/>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a:ea typeface="Corbel"/>
                <a:cs typeface="Corbel"/>
                <a:sym typeface="Corbel"/>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a:ea typeface="Corbel"/>
                <a:cs typeface="Corbel"/>
                <a:sym typeface="Corbel"/>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9pPr>
          </a:lstStyle>
          <a:p>
            <a:endParaRPr/>
          </a:p>
        </p:txBody>
      </p:sp>
      <p:sp>
        <p:nvSpPr>
          <p:cNvPr id="472" name="Google Shape;472;p1"/>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strike="noStrike" cap="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473" name="Google Shape;473;p1"/>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strike="noStrike" cap="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474" name="Google Shape;474;p1"/>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strike="noStrike" cap="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sz="1400" b="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9"/>
        <p:cNvGrpSpPr/>
        <p:nvPr/>
      </p:nvGrpSpPr>
      <p:grpSpPr>
        <a:xfrm>
          <a:off x="0" y="0"/>
          <a:ext cx="0" cy="0"/>
          <a:chOff x="0" y="0"/>
          <a:chExt cx="0" cy="0"/>
        </a:xfrm>
      </p:grpSpPr>
      <p:sp>
        <p:nvSpPr>
          <p:cNvPr id="480" name="Google Shape;480;p3"/>
          <p:cNvSpPr/>
          <p:nvPr/>
        </p:nvSpPr>
        <p:spPr>
          <a:xfrm>
            <a:off x="0" y="1138237"/>
            <a:ext cx="5165700" cy="79962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481" name="Google Shape;481;p3"/>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1pPr>
            <a:lvl2pPr marR="0" lvl="1"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2pPr>
            <a:lvl3pPr marR="0" lvl="2"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3pPr>
            <a:lvl4pPr marR="0" lvl="3"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4pPr>
            <a:lvl5pPr marR="0" lvl="4"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5pPr>
            <a:lvl6pPr marR="0" lvl="5"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6pPr>
            <a:lvl7pPr marR="0" lvl="6"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7pPr>
            <a:lvl8pPr marR="0" lvl="7"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8pPr>
            <a:lvl9pPr marR="0" lvl="8"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9pPr>
          </a:lstStyle>
          <a:p>
            <a:endParaRPr/>
          </a:p>
        </p:txBody>
      </p:sp>
      <p:sp>
        <p:nvSpPr>
          <p:cNvPr id="482" name="Google Shape;482;p3"/>
          <p:cNvSpPr/>
          <p:nvPr/>
        </p:nvSpPr>
        <p:spPr>
          <a:xfrm>
            <a:off x="17724437" y="1138237"/>
            <a:ext cx="574800" cy="7996200"/>
          </a:xfrm>
          <a:prstGeom prst="rect">
            <a:avLst/>
          </a:prstGeom>
          <a:solidFill>
            <a:srgbClr val="C8C8C8">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483" name="Google Shape;483;p3"/>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a:ea typeface="Corbel"/>
                <a:cs typeface="Corbel"/>
                <a:sym typeface="Corbel"/>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a:ea typeface="Corbel"/>
                <a:cs typeface="Corbel"/>
                <a:sym typeface="Corbel"/>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a:ea typeface="Corbel"/>
                <a:cs typeface="Corbel"/>
                <a:sym typeface="Corbel"/>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9pPr>
          </a:lstStyle>
          <a:p>
            <a:endParaRPr/>
          </a:p>
        </p:txBody>
      </p:sp>
      <p:sp>
        <p:nvSpPr>
          <p:cNvPr id="484" name="Google Shape;484;p3"/>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485" name="Google Shape;485;p3"/>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486" name="Google Shape;486;p3"/>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sz="1400" b="0">
              <a:solidFill>
                <a:srgbClr val="000000"/>
              </a:solidFill>
              <a:latin typeface="Arial"/>
              <a:ea typeface="Arial"/>
              <a:cs typeface="Arial"/>
              <a:sym typeface="Arial"/>
            </a:endParaRPr>
          </a:p>
        </p:txBody>
      </p:sp>
      <p:sp>
        <p:nvSpPr>
          <p:cNvPr id="487" name="Google Shape;487;p3"/>
          <p:cNvSpPr/>
          <p:nvPr/>
        </p:nvSpPr>
        <p:spPr>
          <a:xfrm>
            <a:off x="15614650" y="1295400"/>
            <a:ext cx="1155600" cy="1097100"/>
          </a:xfrm>
          <a:prstGeom prst="ellipse">
            <a:avLst/>
          </a:prstGeom>
          <a:blipFill rotWithShape="1">
            <a:blip r:embed="rId10">
              <a:alphaModFix/>
            </a:blip>
            <a:stretch>
              <a:fillRect/>
            </a:stretch>
          </a:blipFill>
          <a:ln w="10775" cap="flat" cmpd="sng">
            <a:solidFill>
              <a:srgbClr val="154D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0"/>
        <p:cNvGrpSpPr/>
        <p:nvPr/>
      </p:nvGrpSpPr>
      <p:grpSpPr>
        <a:xfrm>
          <a:off x="0" y="0"/>
          <a:ext cx="0" cy="0"/>
          <a:chOff x="0" y="0"/>
          <a:chExt cx="0" cy="0"/>
        </a:xfrm>
      </p:grpSpPr>
      <p:sp>
        <p:nvSpPr>
          <p:cNvPr id="541" name="Google Shape;541;p12"/>
          <p:cNvSpPr/>
          <p:nvPr/>
        </p:nvSpPr>
        <p:spPr>
          <a:xfrm>
            <a:off x="0" y="1143000"/>
            <a:ext cx="13712700" cy="8001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42" name="Google Shape;542;p12"/>
          <p:cNvSpPr/>
          <p:nvPr/>
        </p:nvSpPr>
        <p:spPr>
          <a:xfrm>
            <a:off x="13904912" y="1143000"/>
            <a:ext cx="4387800" cy="8001000"/>
          </a:xfrm>
          <a:prstGeom prst="rect">
            <a:avLst/>
          </a:prstGeom>
          <a:solidFill>
            <a:srgbClr val="C8C8C8">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43" name="Google Shape;543;p12"/>
          <p:cNvSpPr/>
          <p:nvPr/>
        </p:nvSpPr>
        <p:spPr>
          <a:xfrm>
            <a:off x="12577762" y="1163637"/>
            <a:ext cx="1135200" cy="1150800"/>
          </a:xfrm>
          <a:prstGeom prst="ellipse">
            <a:avLst/>
          </a:prstGeom>
          <a:blipFill rotWithShape="1">
            <a:blip r:embed="rId3">
              <a:alphaModFix/>
            </a:blip>
            <a:stretch>
              <a:fillRect/>
            </a:stretch>
          </a:blipFill>
          <a:ln w="10775" cap="flat" cmpd="sng">
            <a:solidFill>
              <a:srgbClr val="154D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44" name="Google Shape;544;p12"/>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1pPr>
            <a:lvl2pPr marR="0" lvl="1"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2pPr>
            <a:lvl3pPr marR="0" lvl="2"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3pPr>
            <a:lvl4pPr marR="0" lvl="3"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4pPr>
            <a:lvl5pPr marR="0" lvl="4"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5pPr>
            <a:lvl6pPr marR="0" lvl="5"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6pPr>
            <a:lvl7pPr marR="0" lvl="6"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7pPr>
            <a:lvl8pPr marR="0" lvl="7"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8pPr>
            <a:lvl9pPr marR="0" lvl="8"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9pPr>
          </a:lstStyle>
          <a:p>
            <a:endParaRPr/>
          </a:p>
        </p:txBody>
      </p:sp>
      <p:sp>
        <p:nvSpPr>
          <p:cNvPr id="545" name="Google Shape;545;p12"/>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a:ea typeface="Corbel"/>
                <a:cs typeface="Corbel"/>
                <a:sym typeface="Corbel"/>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a:ea typeface="Corbel"/>
                <a:cs typeface="Corbel"/>
                <a:sym typeface="Corbel"/>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a:ea typeface="Corbel"/>
                <a:cs typeface="Corbel"/>
                <a:sym typeface="Corbel"/>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9pPr>
          </a:lstStyle>
          <a:p>
            <a:endParaRPr/>
          </a:p>
        </p:txBody>
      </p:sp>
      <p:sp>
        <p:nvSpPr>
          <p:cNvPr id="546" name="Google Shape;546;p12"/>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547" name="Google Shape;547;p12"/>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548" name="Google Shape;548;p12"/>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sz="1400" b="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5"/>
        <p:cNvGrpSpPr/>
        <p:nvPr/>
      </p:nvGrpSpPr>
      <p:grpSpPr>
        <a:xfrm>
          <a:off x="0" y="0"/>
          <a:ext cx="0" cy="0"/>
          <a:chOff x="0" y="0"/>
          <a:chExt cx="0" cy="0"/>
        </a:xfrm>
      </p:grpSpPr>
      <p:sp>
        <p:nvSpPr>
          <p:cNvPr id="556" name="Google Shape;556;p14"/>
          <p:cNvSpPr/>
          <p:nvPr/>
        </p:nvSpPr>
        <p:spPr>
          <a:xfrm>
            <a:off x="0" y="1138237"/>
            <a:ext cx="5165700" cy="79962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57" name="Google Shape;557;p14"/>
          <p:cNvSpPr/>
          <p:nvPr/>
        </p:nvSpPr>
        <p:spPr>
          <a:xfrm>
            <a:off x="17724437" y="1138237"/>
            <a:ext cx="574800" cy="7996200"/>
          </a:xfrm>
          <a:prstGeom prst="rect">
            <a:avLst/>
          </a:prstGeom>
          <a:solidFill>
            <a:srgbClr val="C8C8C8">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58" name="Google Shape;558;p14"/>
          <p:cNvSpPr/>
          <p:nvPr/>
        </p:nvSpPr>
        <p:spPr>
          <a:xfrm>
            <a:off x="15614650" y="1295400"/>
            <a:ext cx="1155600" cy="1097100"/>
          </a:xfrm>
          <a:prstGeom prst="ellipse">
            <a:avLst/>
          </a:prstGeom>
          <a:blipFill rotWithShape="1">
            <a:blip r:embed="rId3">
              <a:alphaModFix/>
            </a:blip>
            <a:stretch>
              <a:fillRect/>
            </a:stretch>
          </a:blipFill>
          <a:ln w="10775" cap="flat" cmpd="sng">
            <a:solidFill>
              <a:srgbClr val="154D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559" name="Google Shape;559;p14"/>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1pPr>
            <a:lvl2pPr marR="0" lvl="1"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2pPr>
            <a:lvl3pPr marR="0" lvl="2"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3pPr>
            <a:lvl4pPr marR="0" lvl="3"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4pPr>
            <a:lvl5pPr marR="0" lvl="4"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5pPr>
            <a:lvl6pPr marR="0" lvl="5"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6pPr>
            <a:lvl7pPr marR="0" lvl="6"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7pPr>
            <a:lvl8pPr marR="0" lvl="7"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8pPr>
            <a:lvl9pPr marR="0" lvl="8" algn="l" rtl="0">
              <a:lnSpc>
                <a:spcPct val="90000"/>
              </a:lnSpc>
              <a:spcBef>
                <a:spcPts val="0"/>
              </a:spcBef>
              <a:spcAft>
                <a:spcPts val="0"/>
              </a:spcAft>
              <a:buSzPts val="1400"/>
              <a:buNone/>
              <a:defRPr sz="5400" b="0" i="0" u="none" strike="noStrike" cap="none">
                <a:solidFill>
                  <a:srgbClr val="FFFFFF"/>
                </a:solidFill>
                <a:latin typeface="Corbel"/>
                <a:ea typeface="Corbel"/>
                <a:cs typeface="Corbel"/>
                <a:sym typeface="Corbel"/>
              </a:defRPr>
            </a:lvl9pPr>
          </a:lstStyle>
          <a:p>
            <a:endParaRPr/>
          </a:p>
        </p:txBody>
      </p:sp>
      <p:sp>
        <p:nvSpPr>
          <p:cNvPr id="560" name="Google Shape;560;p14"/>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a:ea typeface="Corbel"/>
                <a:cs typeface="Corbel"/>
                <a:sym typeface="Corbel"/>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a:ea typeface="Corbel"/>
                <a:cs typeface="Corbel"/>
                <a:sym typeface="Corbel"/>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a:ea typeface="Corbel"/>
                <a:cs typeface="Corbel"/>
                <a:sym typeface="Corbel"/>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a:ea typeface="Corbel"/>
                <a:cs typeface="Corbel"/>
                <a:sym typeface="Corbel"/>
              </a:defRPr>
            </a:lvl9pPr>
          </a:lstStyle>
          <a:p>
            <a:endParaRPr/>
          </a:p>
        </p:txBody>
      </p:sp>
      <p:sp>
        <p:nvSpPr>
          <p:cNvPr id="561" name="Google Shape;561;p14"/>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562" name="Google Shape;562;p14"/>
          <p:cNvSpPr txBox="1">
            <a:spLocks noGrp="1"/>
          </p:cNvSpPr>
          <p:nvPr>
            <p:ph type="ftr" idx="11"/>
          </p:nvPr>
        </p:nvSpPr>
        <p:spPr>
          <a:xfrm>
            <a:off x="5248275"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a:ea typeface="Corbel"/>
                <a:cs typeface="Corbel"/>
                <a:sym typeface="Corbel"/>
              </a:defRPr>
            </a:lvl1pPr>
            <a:lvl2pPr marR="0" lvl="1"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563" name="Google Shape;563;p14"/>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1pPr>
            <a:lvl2pPr marL="0" marR="0" lvl="1"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2pPr>
            <a:lvl3pPr marL="0" marR="0" lvl="2"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3pPr>
            <a:lvl4pPr marL="0" marR="0" lvl="3"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4pPr>
            <a:lvl5pPr marL="0" marR="0" lvl="4"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5pPr>
            <a:lvl6pPr marL="0" marR="0" lvl="5"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6pPr>
            <a:lvl7pPr marL="0" marR="0" lvl="6"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7pPr>
            <a:lvl8pPr marL="0" marR="0" lvl="7"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8pPr>
            <a:lvl9pPr marL="0" marR="0" lvl="8" indent="0" algn="r" rtl="0">
              <a:lnSpc>
                <a:spcPct val="100000"/>
              </a:lnSpc>
              <a:spcBef>
                <a:spcPts val="0"/>
              </a:spcBef>
              <a:spcAft>
                <a:spcPts val="0"/>
              </a:spcAft>
              <a:buClr>
                <a:schemeClr val="accent1"/>
              </a:buClr>
              <a:buSzPts val="1800"/>
              <a:buFont typeface="Corbel"/>
              <a:buNone/>
              <a:defRPr sz="1800" b="1" i="0" u="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sz="1400" b="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navadeep-05/Predictive-Waste-Classification-and-Resource-Optimization-Major-Project-AI-DS"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hyperlink" Target="https://youtu.be/O7jjM6fnxhI"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74"/>
        <p:cNvGrpSpPr/>
        <p:nvPr/>
      </p:nvGrpSpPr>
      <p:grpSpPr>
        <a:xfrm>
          <a:off x="0" y="0"/>
          <a:ext cx="0" cy="0"/>
          <a:chOff x="0" y="0"/>
          <a:chExt cx="0" cy="0"/>
        </a:xfrm>
      </p:grpSpPr>
      <p:sp>
        <p:nvSpPr>
          <p:cNvPr id="575" name="Google Shape;575;p16"/>
          <p:cNvSpPr txBox="1"/>
          <p:nvPr/>
        </p:nvSpPr>
        <p:spPr>
          <a:xfrm>
            <a:off x="897038" y="7082470"/>
            <a:ext cx="7365900" cy="2061398"/>
          </a:xfrm>
          <a:prstGeom prst="rect">
            <a:avLst/>
          </a:prstGeom>
          <a:noFill/>
          <a:ln>
            <a:noFill/>
          </a:ln>
        </p:spPr>
        <p:txBody>
          <a:bodyPr spcFirstLastPara="1" wrap="square" lIns="0" tIns="0" rIns="0" bIns="0" anchor="t" anchorCtr="0">
            <a:spAutoFit/>
          </a:bodyPr>
          <a:lstStyle/>
          <a:p>
            <a:pPr marL="0" marR="0" lvl="0" indent="0" algn="l" rtl="0">
              <a:lnSpc>
                <a:spcPct val="140740"/>
              </a:lnSpc>
              <a:spcBef>
                <a:spcPts val="0"/>
              </a:spcBef>
              <a:spcAft>
                <a:spcPts val="0"/>
              </a:spcAft>
              <a:buClr>
                <a:srgbClr val="051D40"/>
              </a:buClr>
              <a:buSzPts val="2700"/>
              <a:buFont typeface="Times New Roman"/>
              <a:buNone/>
            </a:pPr>
            <a:r>
              <a:rPr lang="en-US" sz="2700" b="1" i="0" u="none" strike="noStrike" cap="none" dirty="0">
                <a:solidFill>
                  <a:srgbClr val="051D40"/>
                </a:solidFill>
                <a:latin typeface="Times New Roman"/>
                <a:ea typeface="Times New Roman"/>
                <a:cs typeface="Times New Roman"/>
                <a:sym typeface="Times New Roman"/>
              </a:rPr>
              <a:t>SUPERVISED BY</a:t>
            </a:r>
            <a:endParaRPr lang="en-US" dirty="0">
              <a:ea typeface="Times New Roman"/>
            </a:endParaRPr>
          </a:p>
          <a:p>
            <a:pPr marL="0" marR="0" lvl="0" indent="0" algn="l" rtl="0">
              <a:lnSpc>
                <a:spcPct val="140740"/>
              </a:lnSpc>
              <a:spcBef>
                <a:spcPts val="0"/>
              </a:spcBef>
              <a:spcAft>
                <a:spcPts val="0"/>
              </a:spcAft>
              <a:buClr>
                <a:srgbClr val="051D40"/>
              </a:buClr>
              <a:buSzPts val="2700"/>
              <a:buFont typeface="Times New Roman"/>
              <a:buNone/>
            </a:pPr>
            <a:endParaRPr sz="2700" b="1" i="0" u="none" strike="noStrike" cap="none" dirty="0">
              <a:solidFill>
                <a:srgbClr val="051D40"/>
              </a:solidFill>
              <a:latin typeface="Times New Roman"/>
              <a:ea typeface="Times New Roman"/>
              <a:cs typeface="Times New Roman"/>
              <a:sym typeface="Times New Roman"/>
            </a:endParaRPr>
          </a:p>
          <a:p>
            <a:pPr>
              <a:lnSpc>
                <a:spcPct val="140740"/>
              </a:lnSpc>
              <a:buClr>
                <a:srgbClr val="051D40"/>
              </a:buClr>
              <a:buSzPts val="2700"/>
            </a:pPr>
            <a:r>
              <a:rPr lang="en-US" sz="2700" b="1" spc="-55" dirty="0">
                <a:solidFill>
                  <a:srgbClr val="051D40"/>
                </a:solidFill>
                <a:latin typeface="Times New Roman" panose="02020603050405020304" pitchFamily="18" charset="0"/>
                <a:ea typeface="Segoe UI Black" panose="020B0A02040204020203" pitchFamily="34" charset="0"/>
                <a:cs typeface="Times New Roman" panose="02020603050405020304" pitchFamily="18" charset="0"/>
                <a:sym typeface="Poppins Bold" panose="00000800000000000000"/>
              </a:rPr>
              <a:t>Dr. N. </a:t>
            </a:r>
            <a:r>
              <a:rPr lang="en-US" sz="2700" b="1" spc="-55" dirty="0" err="1">
                <a:solidFill>
                  <a:srgbClr val="051D40"/>
                </a:solidFill>
                <a:latin typeface="Times New Roman" panose="02020603050405020304" pitchFamily="18" charset="0"/>
                <a:ea typeface="Segoe UI Black" panose="020B0A02040204020203" pitchFamily="34" charset="0"/>
                <a:cs typeface="Times New Roman" panose="02020603050405020304" pitchFamily="18" charset="0"/>
                <a:sym typeface="Poppins Bold" panose="00000800000000000000"/>
              </a:rPr>
              <a:t>Krishnammal</a:t>
            </a:r>
            <a:r>
              <a:rPr lang="en-US" sz="2700" b="1" spc="-55" dirty="0">
                <a:solidFill>
                  <a:srgbClr val="051D40"/>
                </a:solidFill>
                <a:latin typeface="Times New Roman" panose="02020603050405020304" pitchFamily="18" charset="0"/>
                <a:ea typeface="Segoe UI Black" panose="020B0A02040204020203" pitchFamily="34" charset="0"/>
                <a:cs typeface="Times New Roman" panose="02020603050405020304" pitchFamily="18" charset="0"/>
                <a:sym typeface="Poppins Bold" panose="00000800000000000000"/>
              </a:rPr>
              <a:t>, Assistant Professor</a:t>
            </a:r>
          </a:p>
          <a:p>
            <a:pPr marL="0" marR="0" lvl="0" indent="0" algn="l" rtl="0">
              <a:lnSpc>
                <a:spcPct val="140740"/>
              </a:lnSpc>
              <a:spcBef>
                <a:spcPts val="0"/>
              </a:spcBef>
              <a:spcAft>
                <a:spcPts val="0"/>
              </a:spcAft>
              <a:buClr>
                <a:srgbClr val="051D40"/>
              </a:buClr>
              <a:buSzPts val="2700"/>
              <a:buFont typeface="Times New Roman"/>
              <a:buNone/>
            </a:pPr>
            <a:endParaRPr dirty="0"/>
          </a:p>
        </p:txBody>
      </p:sp>
      <p:sp>
        <p:nvSpPr>
          <p:cNvPr id="576" name="Google Shape;576;p16"/>
          <p:cNvSpPr txBox="1"/>
          <p:nvPr/>
        </p:nvSpPr>
        <p:spPr>
          <a:xfrm>
            <a:off x="3629675" y="2214697"/>
            <a:ext cx="11085600" cy="53860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51D40"/>
              </a:buClr>
              <a:buSzPts val="2500"/>
              <a:buFont typeface="Times New Roman"/>
              <a:buNone/>
            </a:pPr>
            <a:r>
              <a:rPr lang="en-US" sz="2500" b="1" i="0" u="none" dirty="0">
                <a:solidFill>
                  <a:srgbClr val="051D40"/>
                </a:solidFill>
                <a:latin typeface="Times New Roman"/>
                <a:ea typeface="Times New Roman"/>
                <a:cs typeface="Times New Roman"/>
                <a:sym typeface="Times New Roman"/>
              </a:rPr>
              <a:t>DEPARTMENT OF ARTIFICIAL INTELLIGENCE AND DATA SCIENCE</a:t>
            </a:r>
            <a:endParaRPr dirty="0"/>
          </a:p>
        </p:txBody>
      </p:sp>
      <p:sp>
        <p:nvSpPr>
          <p:cNvPr id="577" name="Google Shape;577;p16"/>
          <p:cNvSpPr txBox="1"/>
          <p:nvPr/>
        </p:nvSpPr>
        <p:spPr>
          <a:xfrm>
            <a:off x="6209550" y="1609880"/>
            <a:ext cx="5868900" cy="4113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51D40"/>
              </a:buClr>
              <a:buSzPts val="2500"/>
              <a:buFont typeface="Times New Roman"/>
              <a:buNone/>
            </a:pPr>
            <a:r>
              <a:rPr lang="en-US" sz="2500" b="1" i="0" u="none" dirty="0">
                <a:solidFill>
                  <a:srgbClr val="051D40"/>
                </a:solidFill>
                <a:latin typeface="Times New Roman"/>
                <a:ea typeface="Times New Roman"/>
                <a:cs typeface="Times New Roman"/>
                <a:sym typeface="Times New Roman"/>
              </a:rPr>
              <a:t>SCHOOL OF COMPUTING</a:t>
            </a:r>
            <a:endParaRPr dirty="0"/>
          </a:p>
        </p:txBody>
      </p:sp>
      <p:sp>
        <p:nvSpPr>
          <p:cNvPr id="578" name="Google Shape;578;p16"/>
          <p:cNvSpPr txBox="1"/>
          <p:nvPr/>
        </p:nvSpPr>
        <p:spPr>
          <a:xfrm>
            <a:off x="6558750" y="2846261"/>
            <a:ext cx="5519700" cy="509691"/>
          </a:xfrm>
          <a:prstGeom prst="rect">
            <a:avLst/>
          </a:prstGeom>
          <a:noFill/>
          <a:ln>
            <a:noFill/>
          </a:ln>
        </p:spPr>
        <p:txBody>
          <a:bodyPr spcFirstLastPara="1" wrap="square" lIns="0" tIns="0" rIns="0" bIns="0" anchor="t" anchorCtr="0">
            <a:spAutoFit/>
          </a:bodyPr>
          <a:lstStyle/>
          <a:p>
            <a:pPr marL="0" marR="0" lvl="0" indent="0" algn="l" rtl="0">
              <a:lnSpc>
                <a:spcPct val="137500"/>
              </a:lnSpc>
              <a:spcBef>
                <a:spcPts val="0"/>
              </a:spcBef>
              <a:spcAft>
                <a:spcPts val="0"/>
              </a:spcAft>
              <a:buClr>
                <a:srgbClr val="051D40"/>
              </a:buClr>
              <a:buSzPts val="2400"/>
              <a:buFont typeface="Times New Roman"/>
              <a:buNone/>
            </a:pPr>
            <a:r>
              <a:rPr lang="en-US" sz="2400" b="1" i="0" u="none" dirty="0">
                <a:solidFill>
                  <a:srgbClr val="051D40"/>
                </a:solidFill>
                <a:latin typeface="Times New Roman"/>
                <a:ea typeface="Times New Roman"/>
                <a:cs typeface="Times New Roman"/>
                <a:sym typeface="Times New Roman"/>
              </a:rPr>
              <a:t>WINTER SEMESTER 2025-2026</a:t>
            </a:r>
            <a:endParaRPr dirty="0"/>
          </a:p>
        </p:txBody>
      </p:sp>
      <p:sp>
        <p:nvSpPr>
          <p:cNvPr id="579" name="Google Shape;579;p16"/>
          <p:cNvSpPr txBox="1"/>
          <p:nvPr/>
        </p:nvSpPr>
        <p:spPr>
          <a:xfrm>
            <a:off x="613500" y="3517728"/>
            <a:ext cx="16306800" cy="53860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51D40"/>
              </a:buClr>
              <a:buSzPts val="2500"/>
              <a:buFont typeface="Times New Roman"/>
              <a:buNone/>
            </a:pPr>
            <a:r>
              <a:rPr lang="en-US" sz="2500" b="1" i="0" u="none" dirty="0">
                <a:solidFill>
                  <a:srgbClr val="051D40"/>
                </a:solidFill>
                <a:latin typeface="Times New Roman"/>
                <a:ea typeface="Times New Roman"/>
                <a:cs typeface="Times New Roman"/>
                <a:sym typeface="Times New Roman"/>
              </a:rPr>
              <a:t>10214AD701- MAJOR PROJECT INHOUSE</a:t>
            </a:r>
            <a:endParaRPr dirty="0"/>
          </a:p>
        </p:txBody>
      </p:sp>
      <p:sp>
        <p:nvSpPr>
          <p:cNvPr id="580" name="Google Shape;580;p16"/>
          <p:cNvSpPr txBox="1"/>
          <p:nvPr/>
        </p:nvSpPr>
        <p:spPr>
          <a:xfrm>
            <a:off x="10025064" y="7082470"/>
            <a:ext cx="7196138" cy="1744067"/>
          </a:xfrm>
          <a:prstGeom prst="rect">
            <a:avLst/>
          </a:prstGeom>
          <a:noFill/>
          <a:ln>
            <a:noFill/>
          </a:ln>
        </p:spPr>
        <p:txBody>
          <a:bodyPr spcFirstLastPara="1" wrap="square" lIns="0" tIns="0" rIns="0" bIns="0" anchor="t" anchorCtr="0">
            <a:spAutoFit/>
          </a:bodyPr>
          <a:lstStyle/>
          <a:p>
            <a:pPr algn="ctr" eaLnBrk="1" hangingPunct="1">
              <a:lnSpc>
                <a:spcPts val="3363"/>
              </a:lnSpc>
            </a:pPr>
            <a:r>
              <a:rPr lang="en-US" altLang="en-US" sz="2700" b="1" dirty="0">
                <a:solidFill>
                  <a:srgbClr val="051D40"/>
                </a:solidFill>
                <a:latin typeface="Times New Roman" panose="02020603050405020304" pitchFamily="18" charset="0"/>
                <a:ea typeface="Segoe UI Black" panose="020B0A02040204020203" pitchFamily="34" charset="0"/>
                <a:cs typeface="Times New Roman" panose="02020603050405020304" pitchFamily="18" charset="0"/>
                <a:sym typeface="Open Sans Extra Bold" charset="0"/>
              </a:rPr>
              <a:t>PRESENTED BY</a:t>
            </a:r>
          </a:p>
          <a:p>
            <a:pPr algn="ctr" eaLnBrk="1" hangingPunct="1">
              <a:lnSpc>
                <a:spcPts val="3363"/>
              </a:lnSpc>
            </a:pPr>
            <a:endParaRPr lang="en-US" altLang="en-US" sz="2700" b="1" dirty="0">
              <a:solidFill>
                <a:srgbClr val="051D40"/>
              </a:solidFill>
              <a:latin typeface="Times New Roman" panose="02020603050405020304" pitchFamily="18" charset="0"/>
              <a:ea typeface="Segoe UI Black" panose="020B0A02040204020203" pitchFamily="34" charset="0"/>
              <a:cs typeface="Times New Roman" panose="02020603050405020304" pitchFamily="18" charset="0"/>
              <a:sym typeface="Open Sans Extra Bold" charset="0"/>
            </a:endParaRPr>
          </a:p>
          <a:p>
            <a:pPr algn="ctr" eaLnBrk="1" hangingPunct="1">
              <a:lnSpc>
                <a:spcPts val="3363"/>
              </a:lnSpc>
            </a:pPr>
            <a:r>
              <a:rPr lang="en-US" altLang="en-US" sz="2700" b="1" dirty="0">
                <a:solidFill>
                  <a:srgbClr val="051D40"/>
                </a:solidFill>
                <a:latin typeface="Times New Roman" panose="02020603050405020304" pitchFamily="18" charset="0"/>
                <a:ea typeface="Segoe UI Black" panose="020B0A02040204020203" pitchFamily="34" charset="0"/>
                <a:cs typeface="Times New Roman" panose="02020603050405020304" pitchFamily="18" charset="0"/>
                <a:sym typeface="Open Sans Extra Bold" charset="0"/>
              </a:rPr>
              <a:t>1. J. Navadeep (VTU23403)(22UEAD0040)</a:t>
            </a:r>
          </a:p>
          <a:p>
            <a:pPr algn="ctr" eaLnBrk="1" hangingPunct="1">
              <a:lnSpc>
                <a:spcPts val="3363"/>
              </a:lnSpc>
            </a:pPr>
            <a:r>
              <a:rPr lang="en-US" altLang="en-US" sz="2700" b="1" dirty="0">
                <a:solidFill>
                  <a:srgbClr val="051D40"/>
                </a:solidFill>
                <a:latin typeface="Times New Roman" panose="02020603050405020304" pitchFamily="18" charset="0"/>
                <a:ea typeface="Segoe UI Black" panose="020B0A02040204020203" pitchFamily="34" charset="0"/>
                <a:cs typeface="Times New Roman" panose="02020603050405020304" pitchFamily="18" charset="0"/>
                <a:sym typeface="Open Sans Extra Bold" charset="0"/>
              </a:rPr>
              <a:t>2. B. Sai Sumanth (VTU23598)(22UEAD0004)</a:t>
            </a:r>
          </a:p>
        </p:txBody>
      </p:sp>
      <p:sp>
        <p:nvSpPr>
          <p:cNvPr id="581" name="Google Shape;581;p16"/>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a:t>
            </a:r>
            <a:endParaRPr/>
          </a:p>
        </p:txBody>
      </p:sp>
      <p:sp>
        <p:nvSpPr>
          <p:cNvPr id="582" name="Google Shape;582;p16"/>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Times New Roman"/>
              <a:buNone/>
            </a:pPr>
            <a:fld id="{00000000-1234-1234-1234-123412341234}" type="slidenum">
              <a:rPr lang="en-US" sz="1800" b="1" i="0" u="none">
                <a:solidFill>
                  <a:schemeClr val="accent1"/>
                </a:solidFill>
                <a:latin typeface="Times New Roman"/>
                <a:ea typeface="Times New Roman"/>
                <a:cs typeface="Times New Roman"/>
                <a:sym typeface="Times New Roman"/>
              </a:rPr>
              <a:t>1</a:t>
            </a:fld>
            <a:endParaRPr/>
          </a:p>
        </p:txBody>
      </p:sp>
      <p:sp>
        <p:nvSpPr>
          <p:cNvPr id="583"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
        <p:nvSpPr>
          <p:cNvPr id="584" name="Google Shape;584;p16"/>
          <p:cNvSpPr txBox="1"/>
          <p:nvPr/>
        </p:nvSpPr>
        <p:spPr>
          <a:xfrm>
            <a:off x="1817600" y="5793012"/>
            <a:ext cx="14133600" cy="875304"/>
          </a:xfrm>
          <a:prstGeom prst="rect">
            <a:avLst/>
          </a:prstGeom>
          <a:noFill/>
          <a:ln>
            <a:noFill/>
          </a:ln>
        </p:spPr>
        <p:txBody>
          <a:bodyPr spcFirstLastPara="1" wrap="square" lIns="0" tIns="0" rIns="0" bIns="0" anchor="t" anchorCtr="0">
            <a:spAutoFit/>
          </a:bodyPr>
          <a:lstStyle/>
          <a:p>
            <a:pPr marL="0" marR="0" lvl="0" indent="0" algn="ctr" rtl="0">
              <a:lnSpc>
                <a:spcPct val="158333"/>
              </a:lnSpc>
              <a:spcBef>
                <a:spcPts val="0"/>
              </a:spcBef>
              <a:spcAft>
                <a:spcPts val="0"/>
              </a:spcAft>
              <a:buClr>
                <a:srgbClr val="000000"/>
              </a:buClr>
              <a:buSzPts val="3600"/>
              <a:buFont typeface="Times New Roman"/>
              <a:buNone/>
            </a:pPr>
            <a:r>
              <a:rPr lang="en-US" sz="3600" b="1" dirty="0">
                <a:latin typeface="Times New Roman"/>
                <a:cs typeface="Times New Roman"/>
                <a:sym typeface="Times New Roman"/>
              </a:rPr>
              <a:t>SEMESTER END REVIEW</a:t>
            </a:r>
            <a:endParaRPr dirty="0"/>
          </a:p>
        </p:txBody>
      </p:sp>
      <p:sp>
        <p:nvSpPr>
          <p:cNvPr id="585" name="Google Shape;585;p16"/>
          <p:cNvSpPr txBox="1"/>
          <p:nvPr/>
        </p:nvSpPr>
        <p:spPr>
          <a:xfrm>
            <a:off x="470650" y="4014136"/>
            <a:ext cx="16827500" cy="1846363"/>
          </a:xfrm>
          <a:prstGeom prst="rect">
            <a:avLst/>
          </a:prstGeom>
          <a:noFill/>
          <a:ln>
            <a:noFill/>
          </a:ln>
        </p:spPr>
        <p:txBody>
          <a:bodyPr spcFirstLastPara="1" wrap="square" lIns="91425" tIns="45700" rIns="91425" bIns="45700" anchor="t" anchorCtr="0">
            <a:spAutoFit/>
          </a:bodyPr>
          <a:lstStyle/>
          <a:p>
            <a:pPr lvl="0" algn="ctr">
              <a:lnSpc>
                <a:spcPct val="139024"/>
              </a:lnSpc>
              <a:buClr>
                <a:srgbClr val="051D40"/>
              </a:buClr>
              <a:buSzPts val="4100"/>
            </a:pPr>
            <a:r>
              <a:rPr lang="en-US" sz="4100" b="1" i="0" u="none" dirty="0">
                <a:solidFill>
                  <a:srgbClr val="051D40"/>
                </a:solidFill>
                <a:latin typeface="Times New Roman"/>
                <a:ea typeface="Times New Roman"/>
                <a:cs typeface="Times New Roman"/>
                <a:sym typeface="Times New Roman"/>
              </a:rPr>
              <a:t>“</a:t>
            </a:r>
            <a:r>
              <a:rPr lang="en-US" sz="3300" b="1" dirty="0"/>
              <a:t>A Hybrid Approach for Predictive Waste Classification and Resource Optimization using Deep Transfer Learning and Reinforcement Learning</a:t>
            </a:r>
            <a:r>
              <a:rPr lang="en-US" sz="4100" b="1" i="0" u="none" dirty="0">
                <a:solidFill>
                  <a:srgbClr val="051D40"/>
                </a:solidFill>
                <a:latin typeface="Times New Roman"/>
                <a:ea typeface="Times New Roman"/>
                <a:cs typeface="Times New Roman"/>
                <a:sym typeface="Times New Roman"/>
              </a:rPr>
              <a:t>”</a:t>
            </a:r>
            <a:endParaRPr dirty="0"/>
          </a:p>
        </p:txBody>
      </p:sp>
      <p:pic>
        <p:nvPicPr>
          <p:cNvPr id="2" name="Picture 1">
            <a:extLst>
              <a:ext uri="{FF2B5EF4-FFF2-40B4-BE49-F238E27FC236}">
                <a16:creationId xmlns:a16="http://schemas.microsoft.com/office/drawing/2014/main" id="{DF4264D9-43DF-1C40-38DE-0A464C51D1FD}"/>
              </a:ext>
            </a:extLst>
          </p:cNvPr>
          <p:cNvPicPr>
            <a:picLocks noChangeAspect="1"/>
          </p:cNvPicPr>
          <p:nvPr/>
        </p:nvPicPr>
        <p:blipFill>
          <a:blip r:embed="rId3"/>
          <a:stretch>
            <a:fillRect/>
          </a:stretch>
        </p:blipFill>
        <p:spPr>
          <a:xfrm>
            <a:off x="6353241" y="154093"/>
            <a:ext cx="4419468" cy="13427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90"/>
        <p:cNvGrpSpPr/>
        <p:nvPr/>
      </p:nvGrpSpPr>
      <p:grpSpPr>
        <a:xfrm>
          <a:off x="0" y="0"/>
          <a:ext cx="0" cy="0"/>
          <a:chOff x="0" y="0"/>
          <a:chExt cx="0" cy="0"/>
        </a:xfrm>
      </p:grpSpPr>
      <p:sp>
        <p:nvSpPr>
          <p:cNvPr id="591" name="Google Shape;591;p17"/>
          <p:cNvSpPr txBox="1"/>
          <p:nvPr/>
        </p:nvSpPr>
        <p:spPr>
          <a:xfrm>
            <a:off x="6705600" y="204675"/>
            <a:ext cx="4572000" cy="873000"/>
          </a:xfrm>
          <a:prstGeom prst="rect">
            <a:avLst/>
          </a:prstGeom>
          <a:noFill/>
          <a:ln>
            <a:noFill/>
          </a:ln>
        </p:spPr>
        <p:txBody>
          <a:bodyPr spcFirstLastPara="1" wrap="square" lIns="0" tIns="0" rIns="0" bIns="0" anchor="t" anchorCtr="0">
            <a:spAutoFit/>
          </a:bodyPr>
          <a:lstStyle/>
          <a:p>
            <a:pPr marL="0" marR="0" lvl="0" indent="0" algn="ctr" rtl="0">
              <a:lnSpc>
                <a:spcPct val="138461"/>
              </a:lnSpc>
              <a:spcBef>
                <a:spcPts val="0"/>
              </a:spcBef>
              <a:spcAft>
                <a:spcPts val="0"/>
              </a:spcAft>
              <a:buClr>
                <a:srgbClr val="000000"/>
              </a:buClr>
              <a:buSzPts val="5200"/>
              <a:buFont typeface="Open Sans ExtraBold"/>
              <a:buNone/>
            </a:pPr>
            <a:r>
              <a:rPr lang="en-US" sz="5200" b="1" i="0" u="none" dirty="0">
                <a:solidFill>
                  <a:srgbClr val="000000"/>
                </a:solidFill>
                <a:latin typeface="Open Sans ExtraBold"/>
                <a:ea typeface="Open Sans ExtraBold"/>
                <a:cs typeface="Open Sans ExtraBold"/>
                <a:sym typeface="Open Sans ExtraBold"/>
              </a:rPr>
              <a:t>CONTENT</a:t>
            </a:r>
            <a:endParaRPr dirty="0"/>
          </a:p>
        </p:txBody>
      </p:sp>
      <p:sp>
        <p:nvSpPr>
          <p:cNvPr id="592" name="Google Shape;592;p17"/>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593" name="Google Shape;593;p17"/>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a:t>
            </a:fld>
            <a:endParaRPr/>
          </a:p>
        </p:txBody>
      </p:sp>
      <p:sp>
        <p:nvSpPr>
          <p:cNvPr id="595" name="Google Shape;595;p17"/>
          <p:cNvSpPr txBox="1"/>
          <p:nvPr/>
        </p:nvSpPr>
        <p:spPr>
          <a:xfrm>
            <a:off x="627785" y="1275155"/>
            <a:ext cx="15138689" cy="71095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rbel"/>
              <a:buNone/>
            </a:pP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Introduction</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Objective of the Project</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Literature Review / Existing System</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Literature Review Summary</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Proposed System</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Methodology / Architecture</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Algorithm with Description</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Implementation</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Testing &amp; Validation</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Results &amp; Analysis</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Sustainable Development Goals(SDG)</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Demonstration/Prototype Showcase</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Challenges Encountered &amp; Solutions</a:t>
            </a:r>
            <a:endParaRPr sz="2400" b="1" i="0" u="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Advantages</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Limitations &amp; Future Scope</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Conclusion</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YouTube Demonstration Video URL &amp; GitHub Link</a:t>
            </a:r>
            <a:endParaRPr dirty="0"/>
          </a:p>
          <a:p>
            <a:pPr marL="0" marR="0" lvl="0" indent="-152400" algn="l"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References</a:t>
            </a:r>
            <a:endParaRPr dirty="0"/>
          </a:p>
        </p:txBody>
      </p:sp>
      <p:sp>
        <p:nvSpPr>
          <p:cNvPr id="3" name="Google Shape;583;p16">
            <a:extLst>
              <a:ext uri="{FF2B5EF4-FFF2-40B4-BE49-F238E27FC236}">
                <a16:creationId xmlns:a16="http://schemas.microsoft.com/office/drawing/2014/main" id="{7B4B3F27-65C2-37B6-E3CB-A3E2FF595955}"/>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lvl="2">
              <a:buClr>
                <a:srgbClr val="7F7F7F"/>
              </a:buClr>
              <a:buSzPts val="1600"/>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99"/>
        <p:cNvGrpSpPr/>
        <p:nvPr/>
      </p:nvGrpSpPr>
      <p:grpSpPr>
        <a:xfrm>
          <a:off x="0" y="0"/>
          <a:ext cx="0" cy="0"/>
          <a:chOff x="0" y="0"/>
          <a:chExt cx="0" cy="0"/>
        </a:xfrm>
      </p:grpSpPr>
      <p:sp>
        <p:nvSpPr>
          <p:cNvPr id="600" name="Google Shape;600;p18"/>
          <p:cNvSpPr txBox="1"/>
          <p:nvPr/>
        </p:nvSpPr>
        <p:spPr>
          <a:xfrm>
            <a:off x="1752600" y="342900"/>
            <a:ext cx="12496800" cy="67800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a:buChar char="•"/>
            </a:pPr>
            <a:r>
              <a:rPr lang="en-US" sz="4400" b="1" i="0" u="none">
                <a:solidFill>
                  <a:schemeClr val="dk1"/>
                </a:solidFill>
                <a:latin typeface="Arial"/>
                <a:ea typeface="Arial"/>
                <a:cs typeface="Arial"/>
                <a:sym typeface="Arial"/>
              </a:rPr>
              <a:t>Introduction</a:t>
            </a:r>
            <a:endParaRPr/>
          </a:p>
        </p:txBody>
      </p:sp>
      <p:sp>
        <p:nvSpPr>
          <p:cNvPr id="601" name="Google Shape;601;p1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02" name="Google Shape;602;p1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3</a:t>
            </a:fld>
            <a:endParaRPr/>
          </a:p>
        </p:txBody>
      </p:sp>
      <p:sp>
        <p:nvSpPr>
          <p:cNvPr id="2" name="Google Shape;583;p16">
            <a:extLst>
              <a:ext uri="{FF2B5EF4-FFF2-40B4-BE49-F238E27FC236}">
                <a16:creationId xmlns:a16="http://schemas.microsoft.com/office/drawing/2014/main" id="{6BF75AF3-36B7-9E0E-5B52-D4279E4BECA5}"/>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
        <p:nvSpPr>
          <p:cNvPr id="3" name="TextBox 2">
            <a:extLst>
              <a:ext uri="{FF2B5EF4-FFF2-40B4-BE49-F238E27FC236}">
                <a16:creationId xmlns:a16="http://schemas.microsoft.com/office/drawing/2014/main" id="{DF117201-F68D-13BE-5C47-D18CAC8A618B}"/>
              </a:ext>
            </a:extLst>
          </p:cNvPr>
          <p:cNvSpPr txBox="1"/>
          <p:nvPr/>
        </p:nvSpPr>
        <p:spPr>
          <a:xfrm>
            <a:off x="869150" y="2216067"/>
            <a:ext cx="16230600" cy="5229225"/>
          </a:xfrm>
          <a:prstGeom prst="rect">
            <a:avLst/>
          </a:prstGeom>
          <a:noFill/>
        </p:spPr>
        <p:txBody>
          <a:bodyPr>
            <a:spAutoFit/>
          </a:bodyPr>
          <a:lstStyle/>
          <a:p>
            <a:pPr marL="342900" indent="-342900" algn="just">
              <a:buFont typeface="Arial" panose="020B0604020202020204" pitchFamily="34" charset="0"/>
              <a:buChar char="•"/>
              <a:defRPr/>
            </a:pPr>
            <a:r>
              <a:rPr lang="en-IN"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Introduction:</a:t>
            </a:r>
            <a:r>
              <a:rPr lang="en-US" sz="2400" dirty="0">
                <a:latin typeface="Arial" panose="020B0604020202020204" pitchFamily="34" charset="0"/>
                <a:cs typeface="Arial" panose="020B0604020202020204" pitchFamily="34" charset="0"/>
              </a:rPr>
              <a:t> Rapid urbanization and industrial growth have significantly increased the volume of solid waste generated worldwide. Efficient waste management has become a critical challenge due to improper segregation, inefficient collection systems, and limited resource optimization. Artificial Intelligence offers promising solutions to automate waste classification and improve decision-making in waste handling processes.</a:t>
            </a:r>
          </a:p>
          <a:p>
            <a:pPr algn="just">
              <a:defRPr/>
            </a:pPr>
            <a:endParaRPr lang="en-US" sz="2400" dirty="0">
              <a:latin typeface="Arial" panose="020B0604020202020204" pitchFamily="34" charset="0"/>
              <a:cs typeface="Arial" panose="020B0604020202020204" pitchFamily="34" charset="0"/>
            </a:endParaRPr>
          </a:p>
          <a:p>
            <a:pPr marL="342900" indent="-342900">
              <a:spcBef>
                <a:spcPts val="1000"/>
              </a:spcBef>
              <a:spcAft>
                <a:spcPts val="0"/>
              </a:spcAft>
              <a:buFont typeface="Arial" panose="020B0604020202020204" pitchFamily="34" charset="0"/>
              <a:buChar char="•"/>
              <a:defRPr/>
            </a:pPr>
            <a:r>
              <a:rPr lang="en-US" sz="2400" b="1" dirty="0">
                <a:latin typeface="Arial" panose="020B0604020202020204" pitchFamily="34" charset="0"/>
                <a:cs typeface="Arial" panose="020B0604020202020204" pitchFamily="34" charset="0"/>
              </a:rPr>
              <a:t>Problem Statement:</a:t>
            </a:r>
            <a:r>
              <a:rPr lang="en-US" sz="2400" dirty="0">
                <a:latin typeface="Arial" panose="020B0604020202020204" pitchFamily="34" charset="0"/>
                <a:cs typeface="Arial" panose="020B0604020202020204" pitchFamily="34" charset="0"/>
              </a:rPr>
              <a:t> </a:t>
            </a:r>
            <a:r>
              <a:rPr lang="en-US" sz="2400" dirty="0">
                <a:solidFill>
                  <a:schemeClr val="dk1"/>
                </a:solidFill>
                <a:latin typeface="Arial"/>
                <a:ea typeface="Arial"/>
                <a:cs typeface="Arial"/>
                <a:sym typeface="Arial"/>
              </a:rPr>
              <a:t>Rapid urbanization and industrial growth have led to massive increases in solid waste </a:t>
            </a:r>
            <a:r>
              <a:rPr lang="en-US" sz="2400" dirty="0">
                <a:solidFill>
                  <a:schemeClr val="dk1"/>
                </a:solidFill>
                <a:latin typeface="Arial" panose="020B0604020202020204" pitchFamily="34" charset="0"/>
                <a:ea typeface="Arial"/>
                <a:cs typeface="Arial" panose="020B0604020202020204" pitchFamily="34" charset="0"/>
                <a:sym typeface="Arial"/>
              </a:rPr>
              <a:t>generation. Traditional waste management systems rely on </a:t>
            </a:r>
            <a:r>
              <a:rPr lang="en-US" sz="2400" b="1" dirty="0">
                <a:solidFill>
                  <a:schemeClr val="dk1"/>
                </a:solidFill>
                <a:latin typeface="Arial" panose="020B0604020202020204" pitchFamily="34" charset="0"/>
                <a:ea typeface="Arial"/>
                <a:cs typeface="Arial" panose="020B0604020202020204" pitchFamily="34" charset="0"/>
                <a:sym typeface="Arial"/>
              </a:rPr>
              <a:t>manual sorting and static routing</a:t>
            </a:r>
            <a:r>
              <a:rPr lang="en-US" sz="2400" dirty="0">
                <a:solidFill>
                  <a:schemeClr val="dk1"/>
                </a:solidFill>
                <a:latin typeface="Arial" panose="020B0604020202020204" pitchFamily="34" charset="0"/>
                <a:ea typeface="Arial"/>
                <a:cs typeface="Arial" panose="020B0604020202020204" pitchFamily="34" charset="0"/>
                <a:sym typeface="Arial"/>
              </a:rPr>
              <a:t>, leading to:</a:t>
            </a:r>
          </a:p>
          <a:p>
            <a:pPr marL="444500" indent="-342900">
              <a:spcBef>
                <a:spcPts val="1600"/>
              </a:spcBef>
              <a:spcAft>
                <a:spcPts val="0"/>
              </a:spcAft>
              <a:buSzPts val="2000"/>
              <a:buFont typeface="Arial" panose="020B0604020202020204" pitchFamily="34" charset="0"/>
              <a:buChar char="•"/>
              <a:defRPr/>
            </a:pPr>
            <a:r>
              <a:rPr lang="en-US" sz="2400" dirty="0">
                <a:solidFill>
                  <a:schemeClr val="dk1"/>
                </a:solidFill>
                <a:latin typeface="Arial" panose="020B0604020202020204" pitchFamily="34" charset="0"/>
                <a:ea typeface="Arial"/>
                <a:cs typeface="Arial" panose="020B0604020202020204" pitchFamily="34" charset="0"/>
                <a:sym typeface="Arial"/>
              </a:rPr>
              <a:t>Low recycling efficiency</a:t>
            </a:r>
          </a:p>
          <a:p>
            <a:pPr marL="444500" indent="-342900">
              <a:spcBef>
                <a:spcPts val="0"/>
              </a:spcBef>
              <a:spcAft>
                <a:spcPts val="0"/>
              </a:spcAft>
              <a:buSzPts val="2000"/>
              <a:buFont typeface="Arial" panose="020B0604020202020204" pitchFamily="34" charset="0"/>
              <a:buChar char="•"/>
              <a:defRPr/>
            </a:pPr>
            <a:r>
              <a:rPr lang="en-US" sz="2400" dirty="0">
                <a:solidFill>
                  <a:schemeClr val="dk1"/>
                </a:solidFill>
                <a:latin typeface="Arial" panose="020B0604020202020204" pitchFamily="34" charset="0"/>
                <a:ea typeface="Arial"/>
                <a:cs typeface="Arial" panose="020B0604020202020204" pitchFamily="34" charset="0"/>
                <a:sym typeface="Arial"/>
              </a:rPr>
              <a:t>High landfill overflow</a:t>
            </a:r>
          </a:p>
          <a:p>
            <a:pPr marL="444500" indent="-342900">
              <a:spcBef>
                <a:spcPts val="0"/>
              </a:spcBef>
              <a:spcAft>
                <a:spcPts val="0"/>
              </a:spcAft>
              <a:buSzPts val="2000"/>
              <a:buFont typeface="Arial" panose="020B0604020202020204" pitchFamily="34" charset="0"/>
              <a:buChar char="•"/>
              <a:defRPr/>
            </a:pPr>
            <a:r>
              <a:rPr lang="en-US" sz="2400" dirty="0">
                <a:solidFill>
                  <a:schemeClr val="dk1"/>
                </a:solidFill>
                <a:latin typeface="Arial" panose="020B0604020202020204" pitchFamily="34" charset="0"/>
                <a:cs typeface="Arial" panose="020B0604020202020204" pitchFamily="34" charset="0"/>
              </a:rPr>
              <a:t>Loss of reusable resources</a:t>
            </a:r>
            <a:endParaRPr lang="en-US" sz="2400" dirty="0">
              <a:solidFill>
                <a:schemeClr val="dk1"/>
              </a:solidFill>
              <a:latin typeface="Arial" panose="020B0604020202020204" pitchFamily="34" charset="0"/>
              <a:ea typeface="Arial"/>
              <a:cs typeface="Arial" panose="020B0604020202020204" pitchFamily="34" charset="0"/>
              <a:sym typeface="Arial"/>
            </a:endParaRPr>
          </a:p>
          <a:p>
            <a:pPr marL="444500" indent="-342900">
              <a:spcBef>
                <a:spcPts val="0"/>
              </a:spcBef>
              <a:spcAft>
                <a:spcPts val="0"/>
              </a:spcAft>
              <a:buSzPts val="2000"/>
              <a:buFont typeface="Arial" panose="020B0604020202020204" pitchFamily="34" charset="0"/>
              <a:buChar char="•"/>
              <a:defRPr/>
            </a:pPr>
            <a:r>
              <a:rPr lang="en-US" sz="2400" dirty="0">
                <a:solidFill>
                  <a:schemeClr val="dk1"/>
                </a:solidFill>
                <a:latin typeface="Arial" panose="020B0604020202020204" pitchFamily="34" charset="0"/>
                <a:ea typeface="Arial"/>
                <a:cs typeface="Arial" panose="020B0604020202020204" pitchFamily="34" charset="0"/>
                <a:sym typeface="Arial"/>
              </a:rPr>
              <a:t>Increased carbon emissions</a:t>
            </a:r>
          </a:p>
          <a:p>
            <a:pPr marL="444500" indent="-342900">
              <a:spcBef>
                <a:spcPts val="0"/>
              </a:spcBef>
              <a:spcAft>
                <a:spcPts val="0"/>
              </a:spcAft>
              <a:buSzPts val="2000"/>
              <a:buFont typeface="Arial" panose="020B0604020202020204" pitchFamily="34" charset="0"/>
              <a:buChar char="•"/>
              <a:defRPr/>
            </a:pPr>
            <a:r>
              <a:rPr lang="en-US" sz="2400" dirty="0">
                <a:solidFill>
                  <a:schemeClr val="dk1"/>
                </a:solidFill>
                <a:latin typeface="Arial" panose="020B0604020202020204" pitchFamily="34" charset="0"/>
                <a:ea typeface="Arial"/>
                <a:cs typeface="Arial" panose="020B0604020202020204" pitchFamily="34" charset="0"/>
                <a:sym typeface="Arial"/>
              </a:rPr>
              <a:t>Uncontrolled waste production</a:t>
            </a:r>
          </a:p>
          <a:p>
            <a:pPr marL="342900" indent="-342900" algn="just">
              <a:buFont typeface="Arial" panose="020B0604020202020204" pitchFamily="34" charset="0"/>
              <a:buChar char="•"/>
              <a:defRPr/>
            </a:pPr>
            <a:endParaRPr lang="en-IN" sz="24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08"/>
        <p:cNvGrpSpPr/>
        <p:nvPr/>
      </p:nvGrpSpPr>
      <p:grpSpPr>
        <a:xfrm>
          <a:off x="0" y="0"/>
          <a:ext cx="0" cy="0"/>
          <a:chOff x="0" y="0"/>
          <a:chExt cx="0" cy="0"/>
        </a:xfrm>
      </p:grpSpPr>
      <p:sp>
        <p:nvSpPr>
          <p:cNvPr id="609" name="Google Shape;609;p19"/>
          <p:cNvSpPr txBox="1"/>
          <p:nvPr/>
        </p:nvSpPr>
        <p:spPr>
          <a:xfrm>
            <a:off x="1371600" y="547437"/>
            <a:ext cx="12496800" cy="67800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a:buChar char="•"/>
            </a:pPr>
            <a:r>
              <a:rPr lang="en-US" sz="4400" b="1" i="0" u="none" dirty="0">
                <a:solidFill>
                  <a:schemeClr val="dk1"/>
                </a:solidFill>
                <a:latin typeface="Arial"/>
                <a:ea typeface="Arial"/>
                <a:cs typeface="Arial"/>
                <a:sym typeface="Arial"/>
              </a:rPr>
              <a:t>Objective of the Project</a:t>
            </a:r>
            <a:endParaRPr dirty="0"/>
          </a:p>
        </p:txBody>
      </p:sp>
      <p:sp>
        <p:nvSpPr>
          <p:cNvPr id="610" name="Google Shape;610;p19"/>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11" name="Google Shape;611;p19"/>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4</a:t>
            </a:fld>
            <a:endParaRPr/>
          </a:p>
        </p:txBody>
      </p:sp>
      <p:sp>
        <p:nvSpPr>
          <p:cNvPr id="2" name="Google Shape;583;p16">
            <a:extLst>
              <a:ext uri="{FF2B5EF4-FFF2-40B4-BE49-F238E27FC236}">
                <a16:creationId xmlns:a16="http://schemas.microsoft.com/office/drawing/2014/main" id="{1D9F4DA1-9383-F197-D8C1-0D5B57EBDD7D}"/>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
        <p:nvSpPr>
          <p:cNvPr id="3" name="TextBox 1">
            <a:extLst>
              <a:ext uri="{FF2B5EF4-FFF2-40B4-BE49-F238E27FC236}">
                <a16:creationId xmlns:a16="http://schemas.microsoft.com/office/drawing/2014/main" id="{918FCE71-06D1-3096-C782-8044C475803F}"/>
              </a:ext>
            </a:extLst>
          </p:cNvPr>
          <p:cNvSpPr txBox="1">
            <a:spLocks noChangeArrowheads="1"/>
          </p:cNvSpPr>
          <p:nvPr/>
        </p:nvSpPr>
        <p:spPr bwMode="auto">
          <a:xfrm>
            <a:off x="882316" y="2127668"/>
            <a:ext cx="16306800" cy="524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ts val="3500"/>
              </a:lnSpc>
            </a:pPr>
            <a:r>
              <a:rPr lang="en-US" altLang="en-US" sz="2600" b="1" dirty="0">
                <a:latin typeface="Arial" panose="020B0604020202020204" pitchFamily="34" charset="0"/>
                <a:cs typeface="Arial" panose="020B0604020202020204" pitchFamily="34" charset="0"/>
              </a:rPr>
              <a:t>Overall Goal:</a:t>
            </a:r>
            <a:r>
              <a:rPr lang="en-US" altLang="en-US" sz="2600" dirty="0">
                <a:latin typeface="Arial" panose="020B0604020202020204" pitchFamily="34" charset="0"/>
                <a:cs typeface="Arial" panose="020B0604020202020204" pitchFamily="34" charset="0"/>
              </a:rPr>
              <a:t> </a:t>
            </a:r>
            <a:r>
              <a:rPr lang="en-US" sz="2400" dirty="0">
                <a:latin typeface="+mj-lt"/>
              </a:rPr>
              <a:t>To design and implement an intelligent waste management system that integrates Deep Learning, Machine Learning, and Reinforcement Learning for end-to-end automation. The system performs accurate waste classification (DL), predictive waste analysis (ML), and optimized resource allocation (RL), all deployed through a Flask-based web application with real-time insights and visual analytics.</a:t>
            </a:r>
            <a:endParaRPr lang="en-US" altLang="en-US" sz="2400" dirty="0">
              <a:latin typeface="+mj-lt"/>
              <a:cs typeface="Arial" panose="020B0604020202020204" pitchFamily="34" charset="0"/>
            </a:endParaRPr>
          </a:p>
          <a:p>
            <a:pPr algn="just"/>
            <a:endParaRPr lang="en-US" altLang="en-US" sz="2400" dirty="0">
              <a:latin typeface="Arial" panose="020B0604020202020204" pitchFamily="34" charset="0"/>
              <a:cs typeface="Arial" panose="020B0604020202020204" pitchFamily="34" charset="0"/>
            </a:endParaRPr>
          </a:p>
          <a:p>
            <a:pPr algn="just"/>
            <a:endParaRPr lang="en-US" altLang="en-US" sz="2400" dirty="0">
              <a:latin typeface="Arial" panose="020B0604020202020204" pitchFamily="34" charset="0"/>
              <a:cs typeface="Arial" panose="020B0604020202020204" pitchFamily="34" charset="0"/>
            </a:endParaRPr>
          </a:p>
          <a:p>
            <a:pPr algn="just"/>
            <a:r>
              <a:rPr lang="en-US" altLang="en-US" sz="2600" b="1" dirty="0">
                <a:latin typeface="Arial" panose="020B0604020202020204" pitchFamily="34" charset="0"/>
                <a:cs typeface="Arial" panose="020B0604020202020204" pitchFamily="34" charset="0"/>
              </a:rPr>
              <a:t>What the project aims to solve or improve:</a:t>
            </a:r>
          </a:p>
          <a:p>
            <a:pPr algn="just"/>
            <a:r>
              <a:rPr lang="en-US" sz="2400" dirty="0">
                <a:latin typeface="+mj-lt"/>
              </a:rPr>
              <a:t>Develop a ResNet50-based transfer learning model for multi-class waste classification.</a:t>
            </a:r>
          </a:p>
          <a:p>
            <a:pPr algn="just">
              <a:buFont typeface="Arial" panose="020B0604020202020204" pitchFamily="34" charset="0"/>
              <a:buChar char="•"/>
            </a:pPr>
            <a:r>
              <a:rPr lang="en-US" sz="2400" dirty="0">
                <a:latin typeface="+mj-lt"/>
              </a:rPr>
              <a:t>Implement a Machine Learning module (Random Forest) to predict future waste generation patterns.</a:t>
            </a:r>
          </a:p>
          <a:p>
            <a:pPr algn="just">
              <a:buFont typeface="Arial" panose="020B0604020202020204" pitchFamily="34" charset="0"/>
              <a:buChar char="•"/>
            </a:pPr>
            <a:r>
              <a:rPr lang="en-US" sz="2400" dirty="0">
                <a:latin typeface="+mj-lt"/>
              </a:rPr>
              <a:t>Design a Reinforcement Learning (PPO) model for optimal routing, allocation, and recycling decisions.</a:t>
            </a:r>
          </a:p>
          <a:p>
            <a:pPr algn="just">
              <a:buFont typeface="Arial" panose="020B0604020202020204" pitchFamily="34" charset="0"/>
              <a:buChar char="•"/>
            </a:pPr>
            <a:r>
              <a:rPr lang="en-US" sz="2400" dirty="0">
                <a:latin typeface="+mj-lt"/>
              </a:rPr>
              <a:t>Integrate DL → ML → RL into a unified intelligent pipeline for seamless data flow.</a:t>
            </a:r>
          </a:p>
          <a:p>
            <a:pPr algn="just">
              <a:buFont typeface="Arial" panose="020B0604020202020204" pitchFamily="34" charset="0"/>
              <a:buChar char="•"/>
            </a:pPr>
            <a:r>
              <a:rPr lang="en-US" sz="2400" dirty="0">
                <a:latin typeface="+mj-lt"/>
              </a:rPr>
              <a:t>Build a Flask API-based web dashboard for classification, optimization, and analysis.</a:t>
            </a:r>
          </a:p>
          <a:p>
            <a:pPr algn="just">
              <a:buFont typeface="Arial" panose="020B0604020202020204" pitchFamily="34" charset="0"/>
              <a:buChar char="•"/>
            </a:pPr>
            <a:r>
              <a:rPr lang="en-US" sz="2400" dirty="0">
                <a:latin typeface="+mj-lt"/>
              </a:rPr>
              <a:t>Provide visual outputs (graphs, charts, metrics) for better decision-making and system evaluation.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17"/>
        <p:cNvGrpSpPr/>
        <p:nvPr/>
      </p:nvGrpSpPr>
      <p:grpSpPr>
        <a:xfrm>
          <a:off x="0" y="0"/>
          <a:ext cx="0" cy="0"/>
          <a:chOff x="0" y="0"/>
          <a:chExt cx="0" cy="0"/>
        </a:xfrm>
      </p:grpSpPr>
      <p:sp>
        <p:nvSpPr>
          <p:cNvPr id="618" name="Google Shape;618;p20"/>
          <p:cNvSpPr txBox="1"/>
          <p:nvPr/>
        </p:nvSpPr>
        <p:spPr>
          <a:xfrm>
            <a:off x="958516" y="655721"/>
            <a:ext cx="12496800" cy="67800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a:buChar char="•"/>
            </a:pPr>
            <a:r>
              <a:rPr lang="en-US" sz="4400" b="1" i="0" u="none" dirty="0">
                <a:solidFill>
                  <a:schemeClr val="dk1"/>
                </a:solidFill>
                <a:latin typeface="Arial"/>
                <a:ea typeface="Arial"/>
                <a:cs typeface="Arial"/>
                <a:sym typeface="Arial"/>
              </a:rPr>
              <a:t> Literature Review / Existing System</a:t>
            </a:r>
            <a:endParaRPr dirty="0"/>
          </a:p>
        </p:txBody>
      </p:sp>
      <p:sp>
        <p:nvSpPr>
          <p:cNvPr id="619" name="Google Shape;619;p20"/>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20" name="Google Shape;620;p20"/>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5</a:t>
            </a:fld>
            <a:endParaRPr/>
          </a:p>
        </p:txBody>
      </p:sp>
      <p:sp>
        <p:nvSpPr>
          <p:cNvPr id="2" name="Google Shape;583;p16">
            <a:extLst>
              <a:ext uri="{FF2B5EF4-FFF2-40B4-BE49-F238E27FC236}">
                <a16:creationId xmlns:a16="http://schemas.microsoft.com/office/drawing/2014/main" id="{DA9904D1-6DA2-5FAD-EB57-F260E3EDE792}"/>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
        <p:nvSpPr>
          <p:cNvPr id="3" name="TextBox 1">
            <a:extLst>
              <a:ext uri="{FF2B5EF4-FFF2-40B4-BE49-F238E27FC236}">
                <a16:creationId xmlns:a16="http://schemas.microsoft.com/office/drawing/2014/main" id="{5CFEE813-B1DA-52C0-5E0E-2957E07F6264}"/>
              </a:ext>
            </a:extLst>
          </p:cNvPr>
          <p:cNvSpPr txBox="1">
            <a:spLocks noChangeArrowheads="1"/>
          </p:cNvSpPr>
          <p:nvPr/>
        </p:nvSpPr>
        <p:spPr bwMode="auto">
          <a:xfrm>
            <a:off x="958516" y="2256812"/>
            <a:ext cx="15697200" cy="577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ts val="3075"/>
              </a:lnSpc>
            </a:pPr>
            <a:r>
              <a:rPr lang="en-US" altLang="en-US" sz="2400" b="1" dirty="0">
                <a:latin typeface="Arial" panose="020B0604020202020204" pitchFamily="34" charset="0"/>
                <a:cs typeface="Arial" panose="020B0604020202020204" pitchFamily="34" charset="0"/>
              </a:rPr>
              <a:t>Existing Solutions:</a:t>
            </a:r>
            <a:r>
              <a:rPr lang="en-US" altLang="en-US" sz="2400" dirty="0">
                <a:latin typeface="Arial" panose="020B0604020202020204" pitchFamily="34" charset="0"/>
                <a:cs typeface="Arial" panose="020B0604020202020204" pitchFamily="34" charset="0"/>
              </a:rPr>
              <a:t> </a:t>
            </a:r>
          </a:p>
          <a:p>
            <a:pPr marL="342900" indent="-342900" eaLnBrk="1" hangingPunct="1">
              <a:lnSpc>
                <a:spcPts val="3075"/>
              </a:lnSpc>
              <a:buFont typeface="Arial" panose="020B0604020202020204" pitchFamily="34" charset="0"/>
              <a:buChar char="•"/>
            </a:pPr>
            <a:r>
              <a:rPr lang="en-US" sz="2400" dirty="0">
                <a:latin typeface="+mj-lt"/>
              </a:rPr>
              <a:t>Mostly use rule-based sorting or basic ML/image classifiers for waste detection.</a:t>
            </a:r>
          </a:p>
          <a:p>
            <a:pPr marL="342900" indent="-342900" eaLnBrk="1" hangingPunct="1">
              <a:lnSpc>
                <a:spcPts val="3075"/>
              </a:lnSpc>
              <a:buFont typeface="Arial" panose="020B0604020202020204" pitchFamily="34" charset="0"/>
              <a:buChar char="•"/>
            </a:pPr>
            <a:r>
              <a:rPr lang="en-US" sz="2400" dirty="0">
                <a:latin typeface="+mj-lt"/>
              </a:rPr>
              <a:t>Limited to only classification, without prediction or optimization capabilities.</a:t>
            </a:r>
          </a:p>
          <a:p>
            <a:pPr marL="342900" indent="-342900" eaLnBrk="1" hangingPunct="1">
              <a:lnSpc>
                <a:spcPts val="3075"/>
              </a:lnSpc>
              <a:buFont typeface="Arial" panose="020B0604020202020204" pitchFamily="34" charset="0"/>
              <a:buChar char="•"/>
            </a:pPr>
            <a:r>
              <a:rPr lang="en-US" sz="2400" dirty="0">
                <a:latin typeface="+mj-lt"/>
              </a:rPr>
              <a:t>Lack integration of end-to-end intelligent systems for complete waste management.</a:t>
            </a:r>
          </a:p>
          <a:p>
            <a:pPr eaLnBrk="1" hangingPunct="1">
              <a:lnSpc>
                <a:spcPts val="3075"/>
              </a:lnSpc>
            </a:pPr>
            <a:endParaRPr lang="en-US" altLang="en-US" sz="2400" dirty="0">
              <a:latin typeface="Arial" panose="020B0604020202020204" pitchFamily="34" charset="0"/>
              <a:cs typeface="Arial" panose="020B0604020202020204" pitchFamily="34" charset="0"/>
            </a:endParaRPr>
          </a:p>
          <a:p>
            <a:pPr algn="just"/>
            <a:r>
              <a:rPr lang="en-US" altLang="en-US" sz="2400" b="1" dirty="0">
                <a:latin typeface="Arial" panose="020B0604020202020204" pitchFamily="34" charset="0"/>
                <a:cs typeface="Arial" panose="020B0604020202020204" pitchFamily="34" charset="0"/>
              </a:rPr>
              <a:t>Limitations:</a:t>
            </a:r>
            <a:r>
              <a:rPr lang="en-US" altLang="en-US" sz="2400" dirty="0">
                <a:latin typeface="Arial" panose="020B0604020202020204" pitchFamily="34" charset="0"/>
                <a:cs typeface="Arial" panose="020B0604020202020204" pitchFamily="34" charset="0"/>
              </a:rPr>
              <a:t> </a:t>
            </a:r>
          </a:p>
          <a:p>
            <a:pPr marL="342900" indent="-342900" algn="just">
              <a:buFont typeface="Arial" panose="020B0604020202020204" pitchFamily="34" charset="0"/>
              <a:buChar char="•"/>
            </a:pPr>
            <a:r>
              <a:rPr lang="en-US" sz="2400" dirty="0">
                <a:latin typeface="+mj-lt"/>
              </a:rPr>
              <a:t>Lower accuracy and poor generalization in real-world waste conditions.</a:t>
            </a:r>
          </a:p>
          <a:p>
            <a:pPr marL="342900" indent="-342900" algn="just">
              <a:buFont typeface="Arial" panose="020B0604020202020204" pitchFamily="34" charset="0"/>
              <a:buChar char="•"/>
            </a:pPr>
            <a:r>
              <a:rPr lang="en-US" sz="2400" dirty="0">
                <a:latin typeface="+mj-lt"/>
              </a:rPr>
              <a:t>No support for future waste prediction or data-driven planning.</a:t>
            </a:r>
          </a:p>
          <a:p>
            <a:pPr marL="342900" indent="-342900" algn="just">
              <a:buFont typeface="Arial" panose="020B0604020202020204" pitchFamily="34" charset="0"/>
              <a:buChar char="•"/>
            </a:pPr>
            <a:r>
              <a:rPr lang="en-US" sz="2400" dirty="0">
                <a:latin typeface="+mj-lt"/>
              </a:rPr>
              <a:t>Absence of dynamic optimization (routing, allocation, efficiency) and real-time adaptability.</a:t>
            </a:r>
          </a:p>
          <a:p>
            <a:pPr algn="just"/>
            <a:endParaRPr lang="en-US" altLang="en-US" sz="2400" dirty="0">
              <a:latin typeface="Arial" panose="020B0604020202020204" pitchFamily="34" charset="0"/>
              <a:cs typeface="Arial" panose="020B0604020202020204" pitchFamily="34" charset="0"/>
            </a:endParaRPr>
          </a:p>
          <a:p>
            <a:pPr algn="just"/>
            <a:r>
              <a:rPr lang="en-US" altLang="en-US" sz="2400" b="1" dirty="0">
                <a:latin typeface="Arial" panose="020B0604020202020204" pitchFamily="34" charset="0"/>
                <a:cs typeface="Arial" panose="020B0604020202020204" pitchFamily="34" charset="0"/>
              </a:rPr>
              <a:t>Our Approach:</a:t>
            </a:r>
            <a:r>
              <a:rPr lang="en-US" altLang="en-US" sz="2400" dirty="0">
                <a:latin typeface="Arial" panose="020B0604020202020204" pitchFamily="34" charset="0"/>
                <a:cs typeface="Arial" panose="020B0604020202020204" pitchFamily="34" charset="0"/>
              </a:rPr>
              <a:t> </a:t>
            </a:r>
          </a:p>
          <a:p>
            <a:pPr marL="342900" indent="-342900" algn="just">
              <a:buFont typeface="Arial" panose="020B0604020202020204" pitchFamily="34" charset="0"/>
              <a:buChar char="•"/>
            </a:pPr>
            <a:r>
              <a:rPr lang="en-US" sz="2400" dirty="0">
                <a:latin typeface="+mj-lt"/>
              </a:rPr>
              <a:t>Use Deep Learning (ResNet50) for accurate multi-class waste classification.</a:t>
            </a:r>
          </a:p>
          <a:p>
            <a:pPr marL="342900" indent="-342900" algn="just">
              <a:buFont typeface="Arial" panose="020B0604020202020204" pitchFamily="34" charset="0"/>
              <a:buChar char="•"/>
            </a:pPr>
            <a:r>
              <a:rPr lang="en-US" sz="2400" dirty="0">
                <a:latin typeface="+mj-lt"/>
              </a:rPr>
              <a:t>Apply Machine Learning (Random Forest) to predict future waste generation trends.</a:t>
            </a:r>
          </a:p>
          <a:p>
            <a:pPr marL="342900" indent="-342900" algn="just">
              <a:buFont typeface="Arial" panose="020B0604020202020204" pitchFamily="34" charset="0"/>
              <a:buChar char="•"/>
            </a:pPr>
            <a:r>
              <a:rPr lang="en-US" sz="2400" dirty="0">
                <a:latin typeface="+mj-lt"/>
              </a:rPr>
              <a:t>Implement Reinforcement Learning (PPO) for optimized routing, allocation, and resource efficiency in a unified web system.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26"/>
        <p:cNvGrpSpPr/>
        <p:nvPr/>
      </p:nvGrpSpPr>
      <p:grpSpPr>
        <a:xfrm>
          <a:off x="0" y="0"/>
          <a:ext cx="0" cy="0"/>
          <a:chOff x="0" y="0"/>
          <a:chExt cx="0" cy="0"/>
        </a:xfrm>
      </p:grpSpPr>
      <p:sp>
        <p:nvSpPr>
          <p:cNvPr id="627" name="Google Shape;627;p21"/>
          <p:cNvSpPr txBox="1"/>
          <p:nvPr/>
        </p:nvSpPr>
        <p:spPr>
          <a:xfrm>
            <a:off x="1175085" y="640439"/>
            <a:ext cx="12496800" cy="677108"/>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a:buChar char="•"/>
            </a:pPr>
            <a:r>
              <a:rPr lang="en-US" sz="4400" b="1" i="0" u="none" dirty="0">
                <a:solidFill>
                  <a:schemeClr val="dk1"/>
                </a:solidFill>
                <a:latin typeface="Arial"/>
                <a:ea typeface="Arial"/>
                <a:cs typeface="Arial"/>
                <a:sym typeface="Arial"/>
              </a:rPr>
              <a:t>Literature Review Summary</a:t>
            </a:r>
            <a:endParaRPr dirty="0"/>
          </a:p>
        </p:txBody>
      </p:sp>
      <p:sp>
        <p:nvSpPr>
          <p:cNvPr id="628" name="Google Shape;628;p21"/>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29" name="Google Shape;629;p21"/>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6</a:t>
            </a:fld>
            <a:endParaRPr/>
          </a:p>
        </p:txBody>
      </p:sp>
      <p:pic>
        <p:nvPicPr>
          <p:cNvPr id="632" name="Google Shape;632;p21"/>
          <p:cNvPicPr preferRelativeResize="0"/>
          <p:nvPr/>
        </p:nvPicPr>
        <p:blipFill rotWithShape="1">
          <a:blip r:embed="rId3">
            <a:alphaModFix/>
          </a:blip>
          <a:srcRect/>
          <a:stretch/>
        </p:blipFill>
        <p:spPr>
          <a:xfrm>
            <a:off x="1981200" y="2232025"/>
            <a:ext cx="12427527" cy="6510193"/>
          </a:xfrm>
          <a:prstGeom prst="rect">
            <a:avLst/>
          </a:prstGeom>
          <a:noFill/>
          <a:ln>
            <a:noFill/>
          </a:ln>
        </p:spPr>
      </p:pic>
      <p:pic>
        <p:nvPicPr>
          <p:cNvPr id="633" name="Google Shape;633;p21"/>
          <p:cNvPicPr preferRelativeResize="0"/>
          <p:nvPr/>
        </p:nvPicPr>
        <p:blipFill rotWithShape="1">
          <a:blip r:embed="rId4">
            <a:alphaModFix/>
          </a:blip>
          <a:srcRect/>
          <a:stretch/>
        </p:blipFill>
        <p:spPr>
          <a:xfrm>
            <a:off x="14249401" y="2403494"/>
            <a:ext cx="1701800" cy="6214033"/>
          </a:xfrm>
          <a:prstGeom prst="rect">
            <a:avLst/>
          </a:prstGeom>
          <a:noFill/>
          <a:ln>
            <a:noFill/>
          </a:ln>
        </p:spPr>
      </p:pic>
      <p:sp>
        <p:nvSpPr>
          <p:cNvPr id="3" name="Google Shape;583;p16">
            <a:extLst>
              <a:ext uri="{FF2B5EF4-FFF2-40B4-BE49-F238E27FC236}">
                <a16:creationId xmlns:a16="http://schemas.microsoft.com/office/drawing/2014/main" id="{8F4B977F-76BC-DD19-E5AC-12E7E8830454}"/>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graphicFrame>
        <p:nvGraphicFramePr>
          <p:cNvPr id="2" name="Table 1">
            <a:extLst>
              <a:ext uri="{FF2B5EF4-FFF2-40B4-BE49-F238E27FC236}">
                <a16:creationId xmlns:a16="http://schemas.microsoft.com/office/drawing/2014/main" id="{54D4B117-1EEB-5C10-BDA4-2C69B33DB1B1}"/>
              </a:ext>
            </a:extLst>
          </p:cNvPr>
          <p:cNvGraphicFramePr>
            <a:graphicFrameLocks noGrp="1"/>
          </p:cNvGraphicFramePr>
          <p:nvPr/>
        </p:nvGraphicFramePr>
        <p:xfrm>
          <a:off x="393700" y="2157413"/>
          <a:ext cx="17360900" cy="6812040"/>
        </p:xfrm>
        <a:graphic>
          <a:graphicData uri="http://schemas.openxmlformats.org/drawingml/2006/table">
            <a:tbl>
              <a:tblPr firstRow="1" bandRow="1">
                <a:tableStyleId>{5C22544A-7EE6-4342-B048-85BDC9FD1C3A}</a:tableStyleId>
              </a:tblPr>
              <a:tblGrid>
                <a:gridCol w="4340226">
                  <a:extLst>
                    <a:ext uri="{9D8B030D-6E8A-4147-A177-3AD203B41FA5}">
                      <a16:colId xmlns:a16="http://schemas.microsoft.com/office/drawing/2014/main" val="20000"/>
                    </a:ext>
                  </a:extLst>
                </a:gridCol>
                <a:gridCol w="4029074">
                  <a:extLst>
                    <a:ext uri="{9D8B030D-6E8A-4147-A177-3AD203B41FA5}">
                      <a16:colId xmlns:a16="http://schemas.microsoft.com/office/drawing/2014/main" val="20001"/>
                    </a:ext>
                  </a:extLst>
                </a:gridCol>
                <a:gridCol w="4775381">
                  <a:extLst>
                    <a:ext uri="{9D8B030D-6E8A-4147-A177-3AD203B41FA5}">
                      <a16:colId xmlns:a16="http://schemas.microsoft.com/office/drawing/2014/main" val="20002"/>
                    </a:ext>
                  </a:extLst>
                </a:gridCol>
                <a:gridCol w="4216219">
                  <a:extLst>
                    <a:ext uri="{9D8B030D-6E8A-4147-A177-3AD203B41FA5}">
                      <a16:colId xmlns:a16="http://schemas.microsoft.com/office/drawing/2014/main" val="20003"/>
                    </a:ext>
                  </a:extLst>
                </a:gridCol>
              </a:tblGrid>
              <a:tr h="502875">
                <a:tc>
                  <a:txBody>
                    <a:bodyPr/>
                    <a:lstStyle/>
                    <a:p>
                      <a:r>
                        <a:rPr lang="en-US" sz="2700" dirty="0"/>
                        <a:t>AUTHOR</a:t>
                      </a:r>
                      <a:endParaRPr lang="en-IN" sz="2700" dirty="0"/>
                    </a:p>
                  </a:txBody>
                  <a:tcPr marT="45700" marB="45700"/>
                </a:tc>
                <a:tc>
                  <a:txBody>
                    <a:bodyPr/>
                    <a:lstStyle/>
                    <a:p>
                      <a:r>
                        <a:rPr lang="en-US" sz="2700" dirty="0"/>
                        <a:t>STUDY</a:t>
                      </a:r>
                      <a:endParaRPr lang="en-IN" sz="2700" dirty="0"/>
                    </a:p>
                  </a:txBody>
                  <a:tcPr marT="45700" marB="45700"/>
                </a:tc>
                <a:tc>
                  <a:txBody>
                    <a:bodyPr/>
                    <a:lstStyle/>
                    <a:p>
                      <a:r>
                        <a:rPr lang="en-US" sz="2700" dirty="0"/>
                        <a:t>MAJOR FINDINGS</a:t>
                      </a:r>
                      <a:endParaRPr lang="en-IN" sz="2700" dirty="0"/>
                    </a:p>
                  </a:txBody>
                  <a:tcPr marT="45700" marB="45700"/>
                </a:tc>
                <a:tc>
                  <a:txBody>
                    <a:bodyPr/>
                    <a:lstStyle/>
                    <a:p>
                      <a:r>
                        <a:rPr lang="en-US" sz="2700" dirty="0"/>
                        <a:t>RESEARCH GAP</a:t>
                      </a:r>
                      <a:endParaRPr lang="en-IN" sz="2700" dirty="0"/>
                    </a:p>
                  </a:txBody>
                  <a:tcPr marT="45700" marB="45700"/>
                </a:tc>
                <a:extLst>
                  <a:ext uri="{0D108BD9-81ED-4DB2-BD59-A6C34878D82A}">
                    <a16:rowId xmlns:a16="http://schemas.microsoft.com/office/drawing/2014/main" val="10000"/>
                  </a:ext>
                </a:extLst>
              </a:tr>
              <a:tr h="1554421">
                <a:tc>
                  <a:txBody>
                    <a:bodyPr/>
                    <a:lstStyle/>
                    <a:p>
                      <a:r>
                        <a:rPr lang="da-DK" sz="2400" dirty="0">
                          <a:latin typeface="Arial" panose="020B0604020202020204" pitchFamily="34" charset="0"/>
                          <a:cs typeface="Arial" panose="020B0604020202020204" pitchFamily="34" charset="0"/>
                        </a:rPr>
                        <a:t>Dawar et al. (2025, Springer)</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IN" sz="2400" dirty="0">
                          <a:latin typeface="Arial" panose="020B0604020202020204" pitchFamily="34" charset="0"/>
                          <a:cs typeface="Arial" panose="020B0604020202020204" pitchFamily="34" charset="0"/>
                        </a:rPr>
                        <a:t>Municipal solid waste management using ML/DL</a:t>
                      </a:r>
                    </a:p>
                  </a:txBody>
                  <a:tcPr marT="45700" marB="45700"/>
                </a:tc>
                <a:tc>
                  <a:txBody>
                    <a:bodyPr/>
                    <a:lstStyle/>
                    <a:p>
                      <a:r>
                        <a:rPr lang="en-US" sz="2400" dirty="0">
                          <a:latin typeface="Arial" panose="020B0604020202020204" pitchFamily="34" charset="0"/>
                          <a:cs typeface="Arial" panose="020B0604020202020204" pitchFamily="34" charset="0"/>
                        </a:rPr>
                        <a:t>Conventional methods are inefficient; DL improves precision and reduces environmental hazards.</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Limited integration with reinforcement learning </a:t>
                      </a:r>
                      <a:r>
                        <a:rPr lang="en-IN" sz="2400" dirty="0">
                          <a:latin typeface="Arial" panose="020B0604020202020204" pitchFamily="34" charset="0"/>
                          <a:cs typeface="Arial" panose="020B0604020202020204" pitchFamily="34" charset="0"/>
                        </a:rPr>
                        <a:t>for dynamic resource allocation.</a:t>
                      </a:r>
                    </a:p>
                  </a:txBody>
                  <a:tcPr marT="45700" marB="45700"/>
                </a:tc>
                <a:extLst>
                  <a:ext uri="{0D108BD9-81ED-4DB2-BD59-A6C34878D82A}">
                    <a16:rowId xmlns:a16="http://schemas.microsoft.com/office/drawing/2014/main" val="10001"/>
                  </a:ext>
                </a:extLst>
              </a:tr>
              <a:tr h="1188666">
                <a:tc>
                  <a:txBody>
                    <a:bodyPr/>
                    <a:lstStyle/>
                    <a:p>
                      <a:r>
                        <a:rPr lang="it-IT" sz="2400" dirty="0">
                          <a:latin typeface="Arial" panose="020B0604020202020204" pitchFamily="34" charset="0"/>
                          <a:cs typeface="Arial" panose="020B0604020202020204" pitchFamily="34" charset="0"/>
                        </a:rPr>
                        <a:t>Fotovvatikhah et al. (2025, MDPI Sensors)</a:t>
                      </a:r>
                      <a:endParaRPr lang="en-IN" sz="2400" dirty="0">
                        <a:latin typeface="Arial" panose="020B0604020202020204" pitchFamily="34" charset="0"/>
                        <a:cs typeface="Arial" panose="020B0604020202020204" pitchFamily="34" charset="0"/>
                      </a:endParaRPr>
                    </a:p>
                  </a:txBody>
                  <a:tcPr marT="45700" marB="45700"/>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IN" sz="2400" dirty="0">
                          <a:latin typeface="Arial" panose="020B0604020202020204" pitchFamily="34" charset="0"/>
                          <a:cs typeface="Arial" panose="020B0604020202020204" pitchFamily="34" charset="0"/>
                        </a:rPr>
                        <a:t>AI-based techniques for automated waste classification</a:t>
                      </a:r>
                    </a:p>
                  </a:txBody>
                  <a:tcPr marT="45700" marB="45700"/>
                </a:tc>
                <a:tc>
                  <a:txBody>
                    <a:bodyPr/>
                    <a:lstStyle/>
                    <a:p>
                      <a:r>
                        <a:rPr lang="en-US" sz="2400" dirty="0">
                          <a:latin typeface="Arial" panose="020B0604020202020204" pitchFamily="34" charset="0"/>
                          <a:cs typeface="Arial" panose="020B0604020202020204" pitchFamily="34" charset="0"/>
                        </a:rPr>
                        <a:t>CNNs and transfer learning models achieve high accuracy in classifying waste categories.</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Lack of explainability and integration with optimization frameworks.</a:t>
                      </a:r>
                      <a:endParaRPr lang="en-IN" sz="2400" dirty="0">
                        <a:latin typeface="Arial" panose="020B0604020202020204" pitchFamily="34" charset="0"/>
                        <a:cs typeface="Arial" panose="020B0604020202020204" pitchFamily="34" charset="0"/>
                      </a:endParaRPr>
                    </a:p>
                  </a:txBody>
                  <a:tcPr marT="45700" marB="45700"/>
                </a:tc>
                <a:extLst>
                  <a:ext uri="{0D108BD9-81ED-4DB2-BD59-A6C34878D82A}">
                    <a16:rowId xmlns:a16="http://schemas.microsoft.com/office/drawing/2014/main" val="10002"/>
                  </a:ext>
                </a:extLst>
              </a:tr>
              <a:tr h="1188666">
                <a:tc>
                  <a:txBody>
                    <a:bodyPr/>
                    <a:lstStyle/>
                    <a:p>
                      <a:r>
                        <a:rPr lang="en-IN" sz="2400" dirty="0">
                          <a:latin typeface="Arial" panose="020B0604020202020204" pitchFamily="34" charset="0"/>
                          <a:cs typeface="Arial" panose="020B0604020202020204" pitchFamily="34" charset="0"/>
                        </a:rPr>
                        <a:t>Nature (2024) – Intelligent Waste Sorting</a:t>
                      </a:r>
                    </a:p>
                  </a:txBody>
                  <a:tcPr marT="45700" marB="45700"/>
                </a:tc>
                <a:tc>
                  <a:txBody>
                    <a:bodyPr/>
                    <a:lstStyle/>
                    <a:p>
                      <a:r>
                        <a:rPr lang="en-US" sz="2400" dirty="0">
                          <a:latin typeface="Arial" panose="020B0604020202020204" pitchFamily="34" charset="0"/>
                          <a:cs typeface="Arial" panose="020B0604020202020204" pitchFamily="34" charset="0"/>
                        </a:rPr>
                        <a:t>CNN-based waste classification into 12 categories</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Deep learning enables automatic segregation, improving recycling efficiency</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No linkage to real-world resource constraints or RL-based allocation.</a:t>
                      </a:r>
                      <a:endParaRPr lang="en-IN" sz="2400" dirty="0">
                        <a:latin typeface="Arial" panose="020B0604020202020204" pitchFamily="34" charset="0"/>
                        <a:cs typeface="Arial" panose="020B0604020202020204" pitchFamily="34" charset="0"/>
                      </a:endParaRPr>
                    </a:p>
                  </a:txBody>
                  <a:tcPr marT="45700" marB="45700"/>
                </a:tc>
                <a:extLst>
                  <a:ext uri="{0D108BD9-81ED-4DB2-BD59-A6C34878D82A}">
                    <a16:rowId xmlns:a16="http://schemas.microsoft.com/office/drawing/2014/main" val="10003"/>
                  </a:ext>
                </a:extLst>
              </a:tr>
              <a:tr h="1188666">
                <a:tc>
                  <a:txBody>
                    <a:bodyPr/>
                    <a:lstStyle/>
                    <a:p>
                      <a:r>
                        <a:rPr lang="da-DK" sz="2400" dirty="0">
                          <a:latin typeface="Arial" panose="020B0604020202020204" pitchFamily="34" charset="0"/>
                          <a:cs typeface="Arial" panose="020B0604020202020204" pitchFamily="34" charset="0"/>
                        </a:rPr>
                        <a:t>Zhang et al. (2023, Elsevier)</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Deep learning for smart recycling systems</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Transfer learning models outperform traditional ML in waste image classification.</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Studies rarely apply Grad-CAM for interpretability in waste management.</a:t>
                      </a:r>
                      <a:endParaRPr lang="en-IN" sz="2400" dirty="0">
                        <a:latin typeface="Arial" panose="020B0604020202020204" pitchFamily="34" charset="0"/>
                        <a:cs typeface="Arial" panose="020B0604020202020204" pitchFamily="34" charset="0"/>
                      </a:endParaRPr>
                    </a:p>
                  </a:txBody>
                  <a:tcPr marT="45700" marB="45700"/>
                </a:tc>
                <a:extLst>
                  <a:ext uri="{0D108BD9-81ED-4DB2-BD59-A6C34878D82A}">
                    <a16:rowId xmlns:a16="http://schemas.microsoft.com/office/drawing/2014/main" val="10004"/>
                  </a:ext>
                </a:extLst>
              </a:tr>
              <a:tr h="1188666">
                <a:tc>
                  <a:txBody>
                    <a:bodyPr/>
                    <a:lstStyle/>
                    <a:p>
                      <a:r>
                        <a:rPr lang="it-IT" sz="2400" dirty="0">
                          <a:latin typeface="Arial" panose="020B0604020202020204" pitchFamily="34" charset="0"/>
                          <a:cs typeface="Arial" panose="020B0604020202020204" pitchFamily="34" charset="0"/>
                        </a:rPr>
                        <a:t>Li &amp; Chen (2022, IEEE Access)</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Reinforcement learning for smart city waste routing</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PPO agents improve truck routing efficiency </a:t>
                      </a:r>
                      <a:endParaRPr lang="en-IN" sz="2400" dirty="0">
                        <a:latin typeface="Arial" panose="020B0604020202020204" pitchFamily="34" charset="0"/>
                        <a:cs typeface="Arial" panose="020B0604020202020204" pitchFamily="34" charset="0"/>
                      </a:endParaRPr>
                    </a:p>
                  </a:txBody>
                  <a:tcPr marT="45700" marB="45700"/>
                </a:tc>
                <a:tc>
                  <a:txBody>
                    <a:bodyPr/>
                    <a:lstStyle/>
                    <a:p>
                      <a:r>
                        <a:rPr lang="en-US" sz="2400" dirty="0">
                          <a:latin typeface="Arial" panose="020B0604020202020204" pitchFamily="34" charset="0"/>
                          <a:cs typeface="Arial" panose="020B0604020202020204" pitchFamily="34" charset="0"/>
                        </a:rPr>
                        <a:t>Synthetic datasets used; real-world integration with DL outputs is missing.</a:t>
                      </a:r>
                      <a:endParaRPr lang="en-IN" sz="2400" dirty="0">
                        <a:latin typeface="Arial" panose="020B0604020202020204" pitchFamily="34" charset="0"/>
                        <a:cs typeface="Arial" panose="020B0604020202020204" pitchFamily="34" charset="0"/>
                      </a:endParaRPr>
                    </a:p>
                  </a:txBody>
                  <a:tcPr marT="45700" marB="45700"/>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37"/>
        <p:cNvGrpSpPr/>
        <p:nvPr/>
      </p:nvGrpSpPr>
      <p:grpSpPr>
        <a:xfrm>
          <a:off x="0" y="0"/>
          <a:ext cx="0" cy="0"/>
          <a:chOff x="0" y="0"/>
          <a:chExt cx="0" cy="0"/>
        </a:xfrm>
      </p:grpSpPr>
      <p:sp>
        <p:nvSpPr>
          <p:cNvPr id="638" name="Google Shape;638;p22"/>
          <p:cNvSpPr txBox="1"/>
          <p:nvPr/>
        </p:nvSpPr>
        <p:spPr>
          <a:xfrm>
            <a:off x="6954904" y="544621"/>
            <a:ext cx="5972866" cy="67800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a:buChar char="•"/>
            </a:pPr>
            <a:r>
              <a:rPr lang="en-US" sz="4400" b="1" i="0" u="none" dirty="0">
                <a:solidFill>
                  <a:schemeClr val="dk1"/>
                </a:solidFill>
                <a:latin typeface="Arial"/>
                <a:ea typeface="Arial"/>
                <a:cs typeface="Arial"/>
                <a:sym typeface="Arial"/>
              </a:rPr>
              <a:t>Proposed System</a:t>
            </a:r>
            <a:endParaRPr dirty="0"/>
          </a:p>
        </p:txBody>
      </p:sp>
      <p:sp>
        <p:nvSpPr>
          <p:cNvPr id="639" name="Google Shape;639;p22"/>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40" name="Google Shape;640;p22"/>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7</a:t>
            </a:fld>
            <a:endParaRPr/>
          </a:p>
        </p:txBody>
      </p:sp>
      <p:sp>
        <p:nvSpPr>
          <p:cNvPr id="642" name="Google Shape;642;p22"/>
          <p:cNvSpPr txBox="1"/>
          <p:nvPr/>
        </p:nvSpPr>
        <p:spPr>
          <a:xfrm>
            <a:off x="6271677" y="1524852"/>
            <a:ext cx="10732168" cy="7878527"/>
          </a:xfrm>
          <a:prstGeom prst="rect">
            <a:avLst/>
          </a:prstGeom>
          <a:noFill/>
          <a:ln>
            <a:noFill/>
          </a:ln>
        </p:spPr>
        <p:txBody>
          <a:bodyPr spcFirstLastPara="1" wrap="square" lIns="91425" tIns="45700" rIns="91425" bIns="45700" anchor="t" anchorCtr="0">
            <a:spAutoFit/>
          </a:bodyPr>
          <a:lstStyle/>
          <a:p>
            <a:pPr marL="342900" lvl="0" indent="-342900">
              <a:lnSpc>
                <a:spcPct val="115000"/>
              </a:lnSpc>
              <a:buClr>
                <a:schemeClr val="dk1"/>
              </a:buClr>
              <a:buSzPts val="2400"/>
              <a:buFont typeface="Arial"/>
              <a:buChar char="•"/>
            </a:pPr>
            <a:r>
              <a:rPr lang="en-US" sz="2200" dirty="0"/>
              <a:t>A hybrid AI-based system integrating Deep Learning (DL), Machine Learning (ML), and Reinforcement Learning (RL) for complete waste management.</a:t>
            </a:r>
            <a:endParaRPr sz="2200" dirty="0"/>
          </a:p>
          <a:p>
            <a:pPr marL="342900" lvl="0" indent="-342900">
              <a:lnSpc>
                <a:spcPct val="115000"/>
              </a:lnSpc>
              <a:spcBef>
                <a:spcPts val="800"/>
              </a:spcBef>
              <a:buClr>
                <a:schemeClr val="dk1"/>
              </a:buClr>
              <a:buSzPts val="2400"/>
              <a:buFont typeface="Arial"/>
              <a:buChar char="•"/>
            </a:pPr>
            <a:r>
              <a:rPr lang="en-US" sz="2200" i="0" u="none" dirty="0">
                <a:solidFill>
                  <a:schemeClr val="dk1"/>
                </a:solidFill>
                <a:latin typeface="Arial"/>
                <a:ea typeface="Arial"/>
                <a:cs typeface="Arial"/>
                <a:sym typeface="Arial"/>
              </a:rPr>
              <a:t> </a:t>
            </a:r>
            <a:r>
              <a:rPr lang="en-US" sz="2200" dirty="0"/>
              <a:t>Uses ResNet50 (Transfer Learning) to accurately classify waste images into categories like plastic, glass, metal, </a:t>
            </a:r>
            <a:r>
              <a:rPr lang="en-US" sz="2200" dirty="0" err="1"/>
              <a:t>etc.along</a:t>
            </a:r>
            <a:endParaRPr sz="2200" dirty="0"/>
          </a:p>
          <a:p>
            <a:pPr marL="342900" lvl="0" indent="-342900">
              <a:lnSpc>
                <a:spcPct val="115000"/>
              </a:lnSpc>
              <a:spcBef>
                <a:spcPts val="800"/>
              </a:spcBef>
              <a:buClr>
                <a:schemeClr val="dk1"/>
              </a:buClr>
              <a:buSzPts val="2400"/>
              <a:buFont typeface="Arial"/>
              <a:buChar char="•"/>
            </a:pPr>
            <a:r>
              <a:rPr lang="en-US" sz="2200" dirty="0"/>
              <a:t>Applies Machine Learning (Random Forest) to predict future waste generation trends from classified data.</a:t>
            </a:r>
          </a:p>
          <a:p>
            <a:pPr marL="342900" lvl="0" indent="-342900">
              <a:lnSpc>
                <a:spcPct val="115000"/>
              </a:lnSpc>
              <a:spcBef>
                <a:spcPts val="800"/>
              </a:spcBef>
              <a:buClr>
                <a:schemeClr val="dk1"/>
              </a:buClr>
              <a:buSzPts val="2400"/>
              <a:buFont typeface="Arial"/>
              <a:buChar char="•"/>
            </a:pPr>
            <a:r>
              <a:rPr lang="en-US" sz="2200" dirty="0"/>
              <a:t>Implements Reinforcement Learning (PPO) to optimize waste routing, bin allocation, recycling efficiency, and resource utilization.</a:t>
            </a:r>
          </a:p>
          <a:p>
            <a:pPr marL="342900" lvl="0" indent="-342900">
              <a:lnSpc>
                <a:spcPct val="115000"/>
              </a:lnSpc>
              <a:spcBef>
                <a:spcPts val="800"/>
              </a:spcBef>
              <a:buClr>
                <a:schemeClr val="dk1"/>
              </a:buClr>
              <a:buSzPts val="2400"/>
              <a:buFont typeface="Arial"/>
              <a:buChar char="•"/>
            </a:pPr>
            <a:r>
              <a:rPr lang="en-US" sz="2200" dirty="0"/>
              <a:t>All modules are integrated into a Flask API-based web application with an interactive dashboard.</a:t>
            </a:r>
          </a:p>
          <a:p>
            <a:pPr marL="342900" lvl="0" indent="-342900">
              <a:lnSpc>
                <a:spcPct val="115000"/>
              </a:lnSpc>
              <a:spcBef>
                <a:spcPts val="800"/>
              </a:spcBef>
              <a:buClr>
                <a:schemeClr val="dk1"/>
              </a:buClr>
              <a:buSzPts val="2400"/>
              <a:buFont typeface="Arial"/>
              <a:buChar char="•"/>
            </a:pPr>
            <a:r>
              <a:rPr lang="en-US" sz="2200" dirty="0"/>
              <a:t>Provides visual outputs (graphs, charts, Grad-CAM heatmaps) for analysis and decision-making.</a:t>
            </a:r>
          </a:p>
          <a:p>
            <a:pPr marL="342900" lvl="0" indent="-342900">
              <a:lnSpc>
                <a:spcPct val="115000"/>
              </a:lnSpc>
              <a:spcBef>
                <a:spcPts val="800"/>
              </a:spcBef>
              <a:buClr>
                <a:schemeClr val="dk1"/>
              </a:buClr>
              <a:buSzPts val="2400"/>
              <a:buFont typeface="Arial"/>
              <a:buChar char="•"/>
            </a:pPr>
            <a:endParaRPr lang="en-US" sz="2200" i="0" u="none" dirty="0">
              <a:solidFill>
                <a:schemeClr val="dk1"/>
              </a:solidFill>
              <a:latin typeface="Arial"/>
              <a:ea typeface="Arial"/>
              <a:cs typeface="Arial"/>
              <a:sym typeface="Arial"/>
            </a:endParaRPr>
          </a:p>
          <a:p>
            <a:pPr lvl="0">
              <a:lnSpc>
                <a:spcPct val="115000"/>
              </a:lnSpc>
              <a:spcBef>
                <a:spcPts val="800"/>
              </a:spcBef>
              <a:buClr>
                <a:schemeClr val="dk1"/>
              </a:buClr>
              <a:buSzPts val="2400"/>
            </a:pPr>
            <a:r>
              <a:rPr lang="en-IN" sz="2400" b="1" dirty="0"/>
              <a:t>How It Overcomes Limitations</a:t>
            </a:r>
          </a:p>
          <a:p>
            <a:pPr marL="342900" lvl="0" indent="-342900">
              <a:lnSpc>
                <a:spcPct val="115000"/>
              </a:lnSpc>
              <a:spcBef>
                <a:spcPts val="800"/>
              </a:spcBef>
              <a:buClr>
                <a:schemeClr val="dk1"/>
              </a:buClr>
              <a:buSzPts val="2400"/>
              <a:buFont typeface="Arial" panose="020B0604020202020204" pitchFamily="34" charset="0"/>
              <a:buChar char="•"/>
            </a:pPr>
            <a:r>
              <a:rPr lang="en-US" sz="2400" dirty="0"/>
              <a:t>Improves accuracy using transfer learning instead of basic classifiers.</a:t>
            </a:r>
          </a:p>
          <a:p>
            <a:pPr marL="342900" lvl="0" indent="-342900">
              <a:lnSpc>
                <a:spcPct val="115000"/>
              </a:lnSpc>
              <a:spcBef>
                <a:spcPts val="800"/>
              </a:spcBef>
              <a:buClr>
                <a:schemeClr val="dk1"/>
              </a:buClr>
              <a:buSzPts val="2400"/>
              <a:buFont typeface="Arial" panose="020B0604020202020204" pitchFamily="34" charset="0"/>
              <a:buChar char="•"/>
            </a:pPr>
            <a:r>
              <a:rPr lang="en-US" sz="2400" dirty="0"/>
              <a:t>Enables future prediction (ML), which existing systems lack.</a:t>
            </a:r>
          </a:p>
          <a:p>
            <a:pPr marL="342900" lvl="0" indent="-342900">
              <a:lnSpc>
                <a:spcPct val="115000"/>
              </a:lnSpc>
              <a:spcBef>
                <a:spcPts val="800"/>
              </a:spcBef>
              <a:buClr>
                <a:schemeClr val="dk1"/>
              </a:buClr>
              <a:buSzPts val="2400"/>
              <a:buFont typeface="Arial" panose="020B0604020202020204" pitchFamily="34" charset="0"/>
              <a:buChar char="•"/>
            </a:pPr>
            <a:r>
              <a:rPr lang="en-US" sz="2400" dirty="0"/>
              <a:t>Introduces dynamic optimization (RL) instead of static/manual planning.</a:t>
            </a:r>
            <a:endParaRPr sz="2200" i="0" u="none" dirty="0">
              <a:solidFill>
                <a:schemeClr val="dk1"/>
              </a:solidFill>
              <a:latin typeface="Arial"/>
              <a:ea typeface="Arial"/>
              <a:cs typeface="Arial"/>
              <a:sym typeface="Arial"/>
            </a:endParaRPr>
          </a:p>
        </p:txBody>
      </p:sp>
      <p:sp>
        <p:nvSpPr>
          <p:cNvPr id="2" name="Google Shape;583;p16">
            <a:extLst>
              <a:ext uri="{FF2B5EF4-FFF2-40B4-BE49-F238E27FC236}">
                <a16:creationId xmlns:a16="http://schemas.microsoft.com/office/drawing/2014/main" id="{636CB8CD-33BD-BFA3-A345-C77E68682A6D}"/>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pic>
        <p:nvPicPr>
          <p:cNvPr id="9" name="Picture 8">
            <a:extLst>
              <a:ext uri="{FF2B5EF4-FFF2-40B4-BE49-F238E27FC236}">
                <a16:creationId xmlns:a16="http://schemas.microsoft.com/office/drawing/2014/main" id="{E8186C46-B9CC-DEDF-094F-C30001661803}"/>
              </a:ext>
            </a:extLst>
          </p:cNvPr>
          <p:cNvPicPr>
            <a:picLocks noChangeAspect="1"/>
          </p:cNvPicPr>
          <p:nvPr/>
        </p:nvPicPr>
        <p:blipFill>
          <a:blip r:embed="rId3"/>
          <a:stretch>
            <a:fillRect/>
          </a:stretch>
        </p:blipFill>
        <p:spPr>
          <a:xfrm>
            <a:off x="802892" y="660486"/>
            <a:ext cx="4981621" cy="87428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46"/>
        <p:cNvGrpSpPr/>
        <p:nvPr/>
      </p:nvGrpSpPr>
      <p:grpSpPr>
        <a:xfrm>
          <a:off x="0" y="0"/>
          <a:ext cx="0" cy="0"/>
          <a:chOff x="0" y="0"/>
          <a:chExt cx="0" cy="0"/>
        </a:xfrm>
      </p:grpSpPr>
      <p:sp>
        <p:nvSpPr>
          <p:cNvPr id="647" name="Google Shape;647;p23"/>
          <p:cNvSpPr txBox="1"/>
          <p:nvPr/>
        </p:nvSpPr>
        <p:spPr>
          <a:xfrm>
            <a:off x="1752600" y="342900"/>
            <a:ext cx="12496800" cy="67800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a:buChar char="•"/>
            </a:pPr>
            <a:r>
              <a:rPr lang="en-US" sz="4400" b="1" i="0" u="none">
                <a:solidFill>
                  <a:schemeClr val="dk1"/>
                </a:solidFill>
                <a:latin typeface="Arial"/>
                <a:ea typeface="Arial"/>
                <a:cs typeface="Arial"/>
                <a:sym typeface="Arial"/>
              </a:rPr>
              <a:t>Methodology / Architecture</a:t>
            </a:r>
            <a:endParaRPr/>
          </a:p>
        </p:txBody>
      </p:sp>
      <p:sp>
        <p:nvSpPr>
          <p:cNvPr id="648" name="Google Shape;648;p23"/>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49" name="Google Shape;649;p23"/>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8</a:t>
            </a:fld>
            <a:endParaRPr/>
          </a:p>
        </p:txBody>
      </p:sp>
      <p:sp>
        <p:nvSpPr>
          <p:cNvPr id="2" name="Google Shape;583;p16">
            <a:extLst>
              <a:ext uri="{FF2B5EF4-FFF2-40B4-BE49-F238E27FC236}">
                <a16:creationId xmlns:a16="http://schemas.microsoft.com/office/drawing/2014/main" id="{9CF59396-3C40-4886-73F0-99EC813F6B13}"/>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
        <p:nvSpPr>
          <p:cNvPr id="11" name="TextBox 1">
            <a:extLst>
              <a:ext uri="{FF2B5EF4-FFF2-40B4-BE49-F238E27FC236}">
                <a16:creationId xmlns:a16="http://schemas.microsoft.com/office/drawing/2014/main" id="{C43B6005-145A-D131-CC64-5EB0BFD52500}"/>
              </a:ext>
            </a:extLst>
          </p:cNvPr>
          <p:cNvSpPr txBox="1">
            <a:spLocks noChangeArrowheads="1"/>
          </p:cNvSpPr>
          <p:nvPr/>
        </p:nvSpPr>
        <p:spPr bwMode="auto">
          <a:xfrm>
            <a:off x="8628620" y="1472959"/>
            <a:ext cx="9272337" cy="7879080"/>
          </a:xfrm>
          <a:prstGeom prst="rect">
            <a:avLst/>
          </a:prstGeom>
          <a:noFill/>
          <a:ln>
            <a:noFill/>
          </a:ln>
        </p:spPr>
        <p:txBody>
          <a:bodyPr wrap="square">
            <a:spAutoFit/>
          </a:bodyPr>
          <a:lstStyle>
            <a:lvl1pPr marL="285750" indent="-285750">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marL="457200" indent="-457200" algn="just">
              <a:buFont typeface="Wingdings" panose="05000000000000000000" pitchFamily="2" charset="2"/>
              <a:buChar char="Ø"/>
              <a:defRPr/>
            </a:pPr>
            <a:r>
              <a:rPr lang="en-IN" altLang="en-US" sz="2200" b="1" dirty="0">
                <a:latin typeface="Arial" panose="020B0604020202020204" pitchFamily="34" charset="0"/>
                <a:cs typeface="Arial" panose="020B0604020202020204" pitchFamily="34" charset="0"/>
              </a:rPr>
              <a:t>Workflow:</a:t>
            </a:r>
          </a:p>
          <a:p>
            <a:pPr marL="800100" lvl="1" indent="-342900" algn="just">
              <a:buFont typeface="Arial" panose="020B0604020202020204" pitchFamily="34" charset="0"/>
              <a:buChar char="•"/>
              <a:defRPr/>
            </a:pPr>
            <a:r>
              <a:rPr lang="en-US" sz="2200" dirty="0">
                <a:latin typeface="+mj-lt"/>
              </a:rPr>
              <a:t>The system follows a hybrid pipeline where waste images are classified using Deep Learning, future waste trends are predicted using Machine Learning, and optimal resource allocation is achieved through Reinforcement Learning.</a:t>
            </a:r>
          </a:p>
          <a:p>
            <a:pPr marL="800100" lvl="1" indent="-342900" algn="just">
              <a:buFont typeface="Arial" panose="020B0604020202020204" pitchFamily="34" charset="0"/>
              <a:buChar char="•"/>
              <a:defRPr/>
            </a:pPr>
            <a:endParaRPr lang="en-IN" altLang="en-US" sz="2200" b="1" dirty="0">
              <a:latin typeface="+mj-lt"/>
              <a:cs typeface="Arial" panose="020B0604020202020204" pitchFamily="34" charset="0"/>
            </a:endParaRPr>
          </a:p>
          <a:p>
            <a:pPr marL="457200" indent="-457200" algn="just">
              <a:buFont typeface="Wingdings" panose="05000000000000000000" pitchFamily="2" charset="2"/>
              <a:buChar char="Ø"/>
              <a:defRPr/>
            </a:pPr>
            <a:r>
              <a:rPr lang="en-IN" altLang="en-US" sz="2200" b="1" dirty="0">
                <a:latin typeface="Arial" panose="020B0604020202020204" pitchFamily="34" charset="0"/>
                <a:cs typeface="Arial" panose="020B0604020202020204" pitchFamily="34" charset="0"/>
              </a:rPr>
              <a:t>Hardware: </a:t>
            </a:r>
          </a:p>
          <a:p>
            <a:pPr lvl="1" algn="just">
              <a:buFont typeface="Arial" panose="020B0604020202020204" pitchFamily="34" charset="0"/>
              <a:buChar char="•"/>
              <a:defRPr/>
            </a:pPr>
            <a:r>
              <a:rPr lang="en-US" sz="2200" dirty="0">
                <a:latin typeface="Arial" panose="020B0604020202020204" pitchFamily="34" charset="0"/>
                <a:cs typeface="Arial" panose="020B0604020202020204" pitchFamily="34" charset="0"/>
              </a:rPr>
              <a:t>Laptop/Desktop (CPU-based system for model training and deployment)</a:t>
            </a:r>
          </a:p>
          <a:p>
            <a:pPr lvl="1" algn="just">
              <a:buFont typeface="Arial" panose="020B0604020202020204" pitchFamily="34" charset="0"/>
              <a:buChar char="•"/>
              <a:defRPr/>
            </a:pPr>
            <a:r>
              <a:rPr lang="en-US" sz="2200" dirty="0">
                <a:latin typeface="Arial" panose="020B0604020202020204" pitchFamily="34" charset="0"/>
                <a:cs typeface="Arial" panose="020B0604020202020204" pitchFamily="34" charset="0"/>
              </a:rPr>
              <a:t>Minimum 8GB RAM for smooth execution</a:t>
            </a:r>
          </a:p>
          <a:p>
            <a:pPr lvl="1" algn="just">
              <a:buFont typeface="Arial" panose="020B0604020202020204" pitchFamily="34" charset="0"/>
              <a:buChar char="•"/>
              <a:defRPr/>
            </a:pPr>
            <a:r>
              <a:rPr lang="en-IN" sz="2200" dirty="0">
                <a:latin typeface="Arial" panose="020B0604020202020204" pitchFamily="34" charset="0"/>
                <a:cs typeface="Arial" panose="020B0604020202020204" pitchFamily="34" charset="0"/>
              </a:rPr>
              <a:t>Storage for dataset and trained models</a:t>
            </a:r>
            <a:endParaRPr lang="en-IN" altLang="en-US" sz="2200" dirty="0">
              <a:latin typeface="Arial" panose="020B0604020202020204" pitchFamily="34" charset="0"/>
              <a:cs typeface="Arial" panose="020B0604020202020204" pitchFamily="34" charset="0"/>
            </a:endParaRPr>
          </a:p>
          <a:p>
            <a:pPr marL="0" indent="0" algn="just">
              <a:defRPr/>
            </a:pPr>
            <a:endParaRPr lang="en-IN" altLang="en-US" sz="22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Ø"/>
              <a:defRPr/>
            </a:pPr>
            <a:r>
              <a:rPr lang="en-IN" altLang="en-US" sz="2200" b="1" dirty="0">
                <a:latin typeface="Arial" panose="020B0604020202020204" pitchFamily="34" charset="0"/>
                <a:cs typeface="Arial" panose="020B0604020202020204" pitchFamily="34" charset="0"/>
              </a:rPr>
              <a:t>Software:</a:t>
            </a:r>
          </a:p>
          <a:p>
            <a:pPr lvl="1" algn="just">
              <a:buFont typeface="Arial" panose="020B0604020202020204" pitchFamily="34" charset="0"/>
              <a:buChar char="•"/>
              <a:defRPr/>
            </a:pPr>
            <a:r>
              <a:rPr lang="en-IN" sz="2200" dirty="0">
                <a:latin typeface="Arial" panose="020B0604020202020204" pitchFamily="34" charset="0"/>
                <a:cs typeface="Arial" panose="020B0604020202020204" pitchFamily="34" charset="0"/>
              </a:rPr>
              <a:t>Python, TensorFlow , </a:t>
            </a:r>
            <a:r>
              <a:rPr lang="en-IN" sz="2200" dirty="0" err="1">
                <a:latin typeface="Arial" panose="020B0604020202020204" pitchFamily="34" charset="0"/>
                <a:cs typeface="Arial" panose="020B0604020202020204" pitchFamily="34" charset="0"/>
              </a:rPr>
              <a:t>Keras</a:t>
            </a:r>
            <a:r>
              <a:rPr lang="en-IN" sz="2200" dirty="0">
                <a:latin typeface="Arial" panose="020B0604020202020204" pitchFamily="34" charset="0"/>
                <a:cs typeface="Arial" panose="020B0604020202020204" pitchFamily="34" charset="0"/>
              </a:rPr>
              <a:t>, NumPy, Pandas, Matplotlib, </a:t>
            </a:r>
            <a:r>
              <a:rPr lang="en-IN" sz="2200" dirty="0" err="1">
                <a:latin typeface="Arial" panose="020B0604020202020204" pitchFamily="34" charset="0"/>
                <a:cs typeface="Arial" panose="020B0604020202020204" pitchFamily="34" charset="0"/>
              </a:rPr>
              <a:t>Opencv</a:t>
            </a:r>
            <a:r>
              <a:rPr lang="en-IN" sz="2200" dirty="0">
                <a:latin typeface="Arial" panose="020B0604020202020204" pitchFamily="34" charset="0"/>
                <a:cs typeface="Arial" panose="020B0604020202020204" pitchFamily="34" charset="0"/>
              </a:rPr>
              <a:t>, Stable Baselines3, Gymnasium</a:t>
            </a:r>
          </a:p>
          <a:p>
            <a:pPr lvl="1" algn="just">
              <a:buFont typeface="Arial" panose="020B0604020202020204" pitchFamily="34" charset="0"/>
              <a:buChar char="•"/>
              <a:defRPr/>
            </a:pPr>
            <a:r>
              <a:rPr lang="en-IN" sz="2200" dirty="0">
                <a:latin typeface="Arial" panose="020B0604020202020204" pitchFamily="34" charset="0"/>
                <a:cs typeface="Arial" panose="020B0604020202020204" pitchFamily="34" charset="0"/>
              </a:rPr>
              <a:t>Backend: Flask (API handling &amp; server-side logic)</a:t>
            </a:r>
          </a:p>
          <a:p>
            <a:pPr lvl="1" algn="just">
              <a:buFont typeface="Arial" panose="020B0604020202020204" pitchFamily="34" charset="0"/>
              <a:buChar char="•"/>
              <a:defRPr/>
            </a:pPr>
            <a:r>
              <a:rPr lang="en-IN" sz="2200" dirty="0">
                <a:latin typeface="Arial" panose="020B0604020202020204" pitchFamily="34" charset="0"/>
                <a:cs typeface="Arial" panose="020B0604020202020204" pitchFamily="34" charset="0"/>
              </a:rPr>
              <a:t>Frontend: HTML, CSS, JavaScript</a:t>
            </a:r>
          </a:p>
          <a:p>
            <a:pPr lvl="1" algn="just">
              <a:buFont typeface="Arial" panose="020B0604020202020204" pitchFamily="34" charset="0"/>
              <a:buChar char="•"/>
              <a:defRPr/>
            </a:pPr>
            <a:r>
              <a:rPr lang="en-IN" altLang="en-US" sz="2200" dirty="0">
                <a:latin typeface="Arial" panose="020B0604020202020204" pitchFamily="34" charset="0"/>
                <a:cs typeface="Arial" panose="020B0604020202020204" pitchFamily="34" charset="0"/>
              </a:rPr>
              <a:t>Model Training: Google </a:t>
            </a:r>
            <a:r>
              <a:rPr lang="en-IN" altLang="en-US" sz="2200" dirty="0" err="1">
                <a:latin typeface="Arial" panose="020B0604020202020204" pitchFamily="34" charset="0"/>
                <a:cs typeface="Arial" panose="020B0604020202020204" pitchFamily="34" charset="0"/>
              </a:rPr>
              <a:t>Colab</a:t>
            </a:r>
            <a:r>
              <a:rPr lang="en-IN" altLang="en-US" sz="2200" dirty="0">
                <a:latin typeface="Arial" panose="020B0604020202020204" pitchFamily="34" charset="0"/>
                <a:cs typeface="Arial" panose="020B0604020202020204" pitchFamily="34" charset="0"/>
              </a:rPr>
              <a:t>, VS Code</a:t>
            </a:r>
          </a:p>
          <a:p>
            <a:pPr marL="457200" lvl="1" indent="0" algn="just">
              <a:defRPr/>
            </a:pPr>
            <a:endParaRPr lang="en-IN" altLang="en-US" sz="2200" dirty="0">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Ø"/>
              <a:defRPr/>
            </a:pPr>
            <a:r>
              <a:rPr lang="en-US" altLang="en-US" sz="2200" b="1" dirty="0">
                <a:latin typeface="Arial" panose="020B0604020202020204" pitchFamily="34" charset="0"/>
                <a:cs typeface="Arial" panose="020B0604020202020204" pitchFamily="34" charset="0"/>
              </a:rPr>
              <a:t>Tools:</a:t>
            </a:r>
          </a:p>
          <a:p>
            <a:pPr lvl="1" algn="just">
              <a:buFont typeface="Arial" panose="020B0604020202020204" pitchFamily="34" charset="0"/>
              <a:buChar char="•"/>
              <a:defRPr/>
            </a:pPr>
            <a:r>
              <a:rPr lang="en-IN" sz="2200" dirty="0">
                <a:latin typeface="Arial" panose="020B0604020202020204" pitchFamily="34" charset="0"/>
                <a:cs typeface="Arial" panose="020B0604020202020204" pitchFamily="34" charset="0"/>
              </a:rPr>
              <a:t>IDE: Visual Studio Code (VS Code)</a:t>
            </a:r>
          </a:p>
          <a:p>
            <a:pPr lvl="1" algn="just">
              <a:buFont typeface="Arial" panose="020B0604020202020204" pitchFamily="34" charset="0"/>
              <a:buChar char="•"/>
              <a:defRPr/>
            </a:pPr>
            <a:r>
              <a:rPr lang="en-IN" sz="2200" dirty="0">
                <a:latin typeface="Arial" panose="020B0604020202020204" pitchFamily="34" charset="0"/>
                <a:cs typeface="Arial" panose="020B0604020202020204" pitchFamily="34" charset="0"/>
              </a:rPr>
              <a:t>Version Control: Git &amp; GitHub</a:t>
            </a:r>
          </a:p>
          <a:p>
            <a:pPr lvl="1" algn="just">
              <a:buFont typeface="Arial" panose="020B0604020202020204" pitchFamily="34" charset="0"/>
              <a:buChar char="•"/>
              <a:defRPr/>
            </a:pPr>
            <a:r>
              <a:rPr lang="en-IN" altLang="en-US" sz="2200" dirty="0">
                <a:latin typeface="Arial" panose="020B0604020202020204" pitchFamily="34" charset="0"/>
                <a:cs typeface="Arial" panose="020B0604020202020204" pitchFamily="34" charset="0"/>
              </a:rPr>
              <a:t>Deployment: Free rendering deployable cloud</a:t>
            </a:r>
          </a:p>
        </p:txBody>
      </p:sp>
      <p:pic>
        <p:nvPicPr>
          <p:cNvPr id="13" name="Picture 12">
            <a:extLst>
              <a:ext uri="{FF2B5EF4-FFF2-40B4-BE49-F238E27FC236}">
                <a16:creationId xmlns:a16="http://schemas.microsoft.com/office/drawing/2014/main" id="{95B1E2FD-0A86-32F9-99F2-A1D8B601BDF2}"/>
              </a:ext>
            </a:extLst>
          </p:cNvPr>
          <p:cNvPicPr>
            <a:picLocks noChangeAspect="1"/>
          </p:cNvPicPr>
          <p:nvPr/>
        </p:nvPicPr>
        <p:blipFill>
          <a:blip r:embed="rId3"/>
          <a:stretch>
            <a:fillRect/>
          </a:stretch>
        </p:blipFill>
        <p:spPr>
          <a:xfrm>
            <a:off x="0" y="1876425"/>
            <a:ext cx="8628620" cy="60523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55"/>
        <p:cNvGrpSpPr/>
        <p:nvPr/>
      </p:nvGrpSpPr>
      <p:grpSpPr>
        <a:xfrm>
          <a:off x="0" y="0"/>
          <a:ext cx="0" cy="0"/>
          <a:chOff x="0" y="0"/>
          <a:chExt cx="0" cy="0"/>
        </a:xfrm>
      </p:grpSpPr>
      <p:sp>
        <p:nvSpPr>
          <p:cNvPr id="656" name="Google Shape;656;p24"/>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57" name="Google Shape;657;p24"/>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9</a:t>
            </a:fld>
            <a:endParaRPr/>
          </a:p>
        </p:txBody>
      </p:sp>
      <p:sp>
        <p:nvSpPr>
          <p:cNvPr id="659" name="Google Shape;659;p24"/>
          <p:cNvSpPr txBox="1"/>
          <p:nvPr/>
        </p:nvSpPr>
        <p:spPr>
          <a:xfrm>
            <a:off x="1443789" y="204675"/>
            <a:ext cx="10896600" cy="769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400"/>
              <a:buFont typeface="Arial"/>
              <a:buNone/>
            </a:pPr>
            <a:r>
              <a:rPr lang="en-US" sz="4400" b="1" i="0" u="none" dirty="0">
                <a:solidFill>
                  <a:schemeClr val="dk1"/>
                </a:solidFill>
                <a:latin typeface="Arial"/>
                <a:ea typeface="Arial"/>
                <a:cs typeface="Arial"/>
                <a:sym typeface="Arial"/>
              </a:rPr>
              <a:t>Algorithm with Description</a:t>
            </a:r>
            <a:endParaRPr dirty="0"/>
          </a:p>
        </p:txBody>
      </p:sp>
      <p:pic>
        <p:nvPicPr>
          <p:cNvPr id="660" name="Google Shape;660;p24"/>
          <p:cNvPicPr preferRelativeResize="0"/>
          <p:nvPr/>
        </p:nvPicPr>
        <p:blipFill>
          <a:blip r:embed="rId3">
            <a:alphaModFix/>
          </a:blip>
          <a:srcRect/>
          <a:stretch/>
        </p:blipFill>
        <p:spPr>
          <a:xfrm>
            <a:off x="4831562" y="974475"/>
            <a:ext cx="8624875" cy="8867357"/>
          </a:xfrm>
          <a:prstGeom prst="rect">
            <a:avLst/>
          </a:prstGeom>
          <a:noFill/>
          <a:ln>
            <a:noFill/>
          </a:ln>
        </p:spPr>
      </p:pic>
      <p:sp>
        <p:nvSpPr>
          <p:cNvPr id="2" name="Google Shape;583;p16">
            <a:extLst>
              <a:ext uri="{FF2B5EF4-FFF2-40B4-BE49-F238E27FC236}">
                <a16:creationId xmlns:a16="http://schemas.microsoft.com/office/drawing/2014/main" id="{3B062B19-A372-54B1-F427-1CCDF5A29B9A}"/>
              </a:ext>
            </a:extLst>
          </p:cNvPr>
          <p:cNvSpPr txBox="1"/>
          <p:nvPr/>
        </p:nvSpPr>
        <p:spPr>
          <a:xfrm>
            <a:off x="4831562" y="9739200"/>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74"/>
        <p:cNvGrpSpPr/>
        <p:nvPr/>
      </p:nvGrpSpPr>
      <p:grpSpPr>
        <a:xfrm>
          <a:off x="0" y="0"/>
          <a:ext cx="0" cy="0"/>
          <a:chOff x="0" y="0"/>
          <a:chExt cx="0" cy="0"/>
        </a:xfrm>
      </p:grpSpPr>
      <p:sp>
        <p:nvSpPr>
          <p:cNvPr id="675" name="Google Shape;675;p26"/>
          <p:cNvSpPr txBox="1"/>
          <p:nvPr/>
        </p:nvSpPr>
        <p:spPr>
          <a:xfrm>
            <a:off x="1295400" y="971700"/>
            <a:ext cx="12725400" cy="736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Implementation</a:t>
            </a:r>
            <a:endParaRPr dirty="0"/>
          </a:p>
        </p:txBody>
      </p:sp>
      <p:grpSp>
        <p:nvGrpSpPr>
          <p:cNvPr id="676" name="Google Shape;676;p26"/>
          <p:cNvGrpSpPr/>
          <p:nvPr/>
        </p:nvGrpSpPr>
        <p:grpSpPr>
          <a:xfrm>
            <a:off x="14700250" y="7073900"/>
            <a:ext cx="5946770" cy="5946770"/>
            <a:chOff x="0" y="0"/>
            <a:chExt cx="812800" cy="812800"/>
          </a:xfrm>
        </p:grpSpPr>
        <p:sp>
          <p:nvSpPr>
            <p:cNvPr id="677" name="Google Shape;677;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678" name="Google Shape;678;p26"/>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679" name="Google Shape;679;p26"/>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680" name="Google Shape;680;p26"/>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681" name="Google Shape;681;p26"/>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82" name="Google Shape;682;p26"/>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10</a:t>
            </a:fld>
            <a:endParaRPr/>
          </a:p>
        </p:txBody>
      </p:sp>
      <p:sp>
        <p:nvSpPr>
          <p:cNvPr id="684" name="Google Shape;684;p26"/>
          <p:cNvSpPr txBox="1"/>
          <p:nvPr/>
        </p:nvSpPr>
        <p:spPr>
          <a:xfrm>
            <a:off x="1295400" y="2177878"/>
            <a:ext cx="15697200" cy="8746970"/>
          </a:xfrm>
          <a:prstGeom prst="rect">
            <a:avLst/>
          </a:prstGeom>
          <a:noFill/>
          <a:ln>
            <a:noFill/>
          </a:ln>
        </p:spPr>
        <p:txBody>
          <a:bodyPr spcFirstLastPara="1" wrap="square" lIns="91425" tIns="45700" rIns="91425" bIns="45700" anchor="t" anchorCtr="0">
            <a:spAutoFit/>
          </a:bodyPr>
          <a:lstStyle/>
          <a:p>
            <a:pPr marL="342900" lvl="0" indent="-342900" algn="just">
              <a:buClr>
                <a:schemeClr val="dk1"/>
              </a:buClr>
              <a:buSzPts val="2400"/>
              <a:buFont typeface="Arial"/>
              <a:buChar char="•"/>
            </a:pPr>
            <a:r>
              <a:rPr lang="en-US" sz="2400" b="1" i="0" u="none" dirty="0">
                <a:solidFill>
                  <a:schemeClr val="dk1"/>
                </a:solidFill>
                <a:latin typeface="Arial"/>
                <a:ea typeface="Arial"/>
                <a:cs typeface="Arial"/>
                <a:sym typeface="Arial"/>
              </a:rPr>
              <a:t>Data Acquisition:</a:t>
            </a:r>
            <a:r>
              <a:rPr lang="en-US" sz="2400" b="0" i="0" u="none" dirty="0">
                <a:solidFill>
                  <a:schemeClr val="dk1"/>
                </a:solidFill>
                <a:latin typeface="Arial"/>
                <a:ea typeface="Arial"/>
                <a:cs typeface="Arial"/>
                <a:sym typeface="Arial"/>
              </a:rPr>
              <a:t> </a:t>
            </a:r>
            <a:r>
              <a:rPr lang="en-US" sz="2400" dirty="0"/>
              <a:t>The system utilizes a publicly available </a:t>
            </a:r>
            <a:r>
              <a:rPr lang="en-US" sz="2400" b="1" dirty="0"/>
              <a:t>Garbage Classification dataset (Kaggle)</a:t>
            </a:r>
            <a:r>
              <a:rPr lang="en-US" sz="2400" dirty="0"/>
              <a:t> consisting of 5067 images across six categories: cardboard, glass, metal, paper, plastic, and trash. These images serve as the primary input for the deep learning module.</a:t>
            </a:r>
          </a:p>
          <a:p>
            <a:pPr marL="342900" lvl="0" indent="-342900" algn="just">
              <a:buClr>
                <a:schemeClr val="dk1"/>
              </a:buClr>
              <a:buSzPts val="2400"/>
              <a:buFont typeface="Arial"/>
              <a:buChar char="•"/>
            </a:pPr>
            <a:endParaRPr sz="2400" b="0" i="0" u="none" dirty="0">
              <a:solidFill>
                <a:schemeClr val="dk1"/>
              </a:solidFill>
              <a:latin typeface="Arial"/>
              <a:ea typeface="Arial"/>
              <a:cs typeface="Arial"/>
              <a:sym typeface="Arial"/>
            </a:endParaRPr>
          </a:p>
          <a:p>
            <a:pPr marL="342900" lvl="0" indent="-342900" algn="just">
              <a:buClr>
                <a:schemeClr val="dk1"/>
              </a:buClr>
              <a:buSzPts val="2400"/>
              <a:buFont typeface="Arial"/>
              <a:buChar char="•"/>
            </a:pPr>
            <a:r>
              <a:rPr lang="en-US" sz="2400" b="1" i="0" u="none" dirty="0">
                <a:solidFill>
                  <a:schemeClr val="dk1"/>
                </a:solidFill>
                <a:latin typeface="Arial"/>
                <a:ea typeface="Arial"/>
                <a:cs typeface="Arial"/>
                <a:sym typeface="Arial"/>
              </a:rPr>
              <a:t>Data Preprocessing:</a:t>
            </a:r>
            <a:r>
              <a:rPr lang="en-US" sz="2400" b="0" i="0" u="none" dirty="0">
                <a:solidFill>
                  <a:schemeClr val="dk1"/>
                </a:solidFill>
                <a:latin typeface="Arial"/>
                <a:ea typeface="Arial"/>
                <a:cs typeface="Arial"/>
                <a:sym typeface="Arial"/>
              </a:rPr>
              <a:t> </a:t>
            </a:r>
            <a:r>
              <a:rPr lang="en-US" sz="2400" dirty="0"/>
              <a:t>All input images are preprocessed before being fed into the deep learning model. The images are resized to </a:t>
            </a:r>
            <a:r>
              <a:rPr lang="en-US" sz="2400" b="1" dirty="0"/>
              <a:t>224 × 224 pixels</a:t>
            </a:r>
            <a:r>
              <a:rPr lang="en-US" sz="2400" dirty="0"/>
              <a:t> and normalized to ensure consistent input distribution. Data augmentation techniques such as rotation, flipping, and zooming are applied during training to improve model generalization. Libraries such as </a:t>
            </a:r>
            <a:r>
              <a:rPr lang="en-US" sz="2400" b="1" dirty="0"/>
              <a:t>OpenCV, NumPy, and TensorFlow/</a:t>
            </a:r>
            <a:r>
              <a:rPr lang="en-US" sz="2400" b="1" dirty="0" err="1"/>
              <a:t>Keras</a:t>
            </a:r>
            <a:r>
              <a:rPr lang="en-US" sz="2400" dirty="0"/>
              <a:t> are used for preprocessing and transformation.</a:t>
            </a:r>
          </a:p>
          <a:p>
            <a:pPr marL="342900" lvl="0" indent="-342900" algn="just">
              <a:buClr>
                <a:schemeClr val="dk1"/>
              </a:buClr>
              <a:buSzPts val="2400"/>
              <a:buFont typeface="Arial"/>
              <a:buChar char="•"/>
            </a:pPr>
            <a:endParaRPr sz="2400" b="0" i="0" u="none" dirty="0">
              <a:solidFill>
                <a:schemeClr val="dk1"/>
              </a:solidFill>
              <a:latin typeface="Arial"/>
              <a:ea typeface="Arial"/>
              <a:cs typeface="Arial"/>
              <a:sym typeface="Arial"/>
            </a:endParaRPr>
          </a:p>
          <a:p>
            <a:pPr marL="342900" lvl="0" indent="-342900" algn="just">
              <a:buClr>
                <a:schemeClr val="dk1"/>
              </a:buClr>
              <a:buSzPts val="2400"/>
              <a:buFont typeface="Arial"/>
              <a:buChar char="•"/>
            </a:pPr>
            <a:r>
              <a:rPr lang="en-US" sz="2400" b="1" i="0" u="none" dirty="0">
                <a:solidFill>
                  <a:schemeClr val="dk1"/>
                </a:solidFill>
                <a:latin typeface="Arial"/>
                <a:ea typeface="Arial"/>
                <a:cs typeface="Arial"/>
                <a:sym typeface="Arial"/>
              </a:rPr>
              <a:t>Machine Learning Model:</a:t>
            </a:r>
            <a:r>
              <a:rPr lang="en-US" sz="2400" b="0" i="0" u="none" dirty="0">
                <a:solidFill>
                  <a:schemeClr val="dk1"/>
                </a:solidFill>
                <a:latin typeface="Arial"/>
                <a:ea typeface="Arial"/>
                <a:cs typeface="Arial"/>
                <a:sym typeface="Arial"/>
              </a:rPr>
              <a:t> </a:t>
            </a:r>
            <a:r>
              <a:rPr lang="en-US" sz="2400" dirty="0"/>
              <a:t>A </a:t>
            </a:r>
            <a:r>
              <a:rPr lang="en-US" sz="2400" b="1" dirty="0"/>
              <a:t>Random Forest model</a:t>
            </a:r>
            <a:r>
              <a:rPr lang="en-US" sz="2400" dirty="0"/>
              <a:t> is implemented to predict future waste generation trends based on the classified outputs. Features such as waste type, quantity, and temporal patterns are used as inputs. Evaluation is performed using standard metrics such as accuracy and consistency (R² score)</a:t>
            </a:r>
          </a:p>
          <a:p>
            <a:pPr marR="0" lvl="0" algn="l" rtl="0">
              <a:lnSpc>
                <a:spcPct val="115000"/>
              </a:lnSpc>
              <a:spcBef>
                <a:spcPts val="800"/>
              </a:spcBef>
              <a:spcAft>
                <a:spcPts val="0"/>
              </a:spcAft>
              <a:buClr>
                <a:schemeClr val="dk1"/>
              </a:buClr>
              <a:buSzPts val="2400"/>
            </a:pPr>
            <a:r>
              <a:rPr lang="en-US" sz="2400" b="1" i="0" u="none" dirty="0">
                <a:solidFill>
                  <a:schemeClr val="dk1"/>
                </a:solidFill>
                <a:latin typeface="Arial"/>
                <a:ea typeface="Arial"/>
                <a:cs typeface="Arial"/>
                <a:sym typeface="Arial"/>
              </a:rPr>
              <a:t> </a:t>
            </a:r>
            <a:endParaRPr dirty="0"/>
          </a:p>
          <a:p>
            <a:pPr marL="342900" lvl="0" indent="-342900">
              <a:lnSpc>
                <a:spcPct val="115000"/>
              </a:lnSpc>
              <a:spcBef>
                <a:spcPts val="800"/>
              </a:spcBef>
              <a:buClr>
                <a:schemeClr val="dk1"/>
              </a:buClr>
              <a:buSzPts val="2400"/>
              <a:buFont typeface="Arial"/>
              <a:buChar char="•"/>
            </a:pPr>
            <a:r>
              <a:rPr lang="en-US" sz="2400" b="1" i="0" u="none" dirty="0">
                <a:solidFill>
                  <a:schemeClr val="dk1"/>
                </a:solidFill>
                <a:latin typeface="Arial"/>
                <a:ea typeface="Arial"/>
                <a:cs typeface="Arial"/>
                <a:sym typeface="Arial"/>
              </a:rPr>
              <a:t>Brief explanation of each feature/module</a:t>
            </a:r>
            <a:r>
              <a:rPr lang="en-US" sz="2400" b="1" dirty="0">
                <a:solidFill>
                  <a:schemeClr val="dk1"/>
                </a:solidFill>
              </a:rPr>
              <a:t>: </a:t>
            </a:r>
            <a:r>
              <a:rPr lang="en-US" sz="2400" dirty="0"/>
              <a:t>The system integrates Deep Learning (ResNet50) for classification, Machine Learning (Random Forest) for prediction, and Reinforcement Learning (PPO) for optimization, all connected through a unified web application for efficient waste management.</a:t>
            </a:r>
            <a:endParaRPr sz="2400" dirty="0"/>
          </a:p>
          <a:p>
            <a:pPr marL="342900" marR="0" lvl="0" indent="-190500" algn="just" rtl="0">
              <a:lnSpc>
                <a:spcPct val="100000"/>
              </a:lnSpc>
              <a:spcBef>
                <a:spcPts val="800"/>
              </a:spcBef>
              <a:spcAft>
                <a:spcPts val="0"/>
              </a:spcAft>
              <a:buClr>
                <a:schemeClr val="dk1"/>
              </a:buClr>
              <a:buSzPts val="2400"/>
              <a:buFont typeface="Arial"/>
              <a:buNone/>
            </a:pPr>
            <a:endParaRPr sz="2400" b="0" i="0" u="none" dirty="0">
              <a:solidFill>
                <a:schemeClr val="dk1"/>
              </a:solidFill>
              <a:latin typeface="Arial"/>
              <a:ea typeface="Arial"/>
              <a:cs typeface="Arial"/>
              <a:sym typeface="Arial"/>
            </a:endParaRPr>
          </a:p>
          <a:p>
            <a:pPr marL="342900" marR="0" lvl="0" indent="-190500" algn="just" rtl="0">
              <a:lnSpc>
                <a:spcPct val="100000"/>
              </a:lnSpc>
              <a:spcBef>
                <a:spcPts val="0"/>
              </a:spcBef>
              <a:spcAft>
                <a:spcPts val="0"/>
              </a:spcAft>
              <a:buClr>
                <a:schemeClr val="dk1"/>
              </a:buClr>
              <a:buSzPts val="2400"/>
              <a:buFont typeface="Arial"/>
              <a:buNone/>
            </a:pPr>
            <a:endParaRPr sz="2400" b="0" i="0" u="none" dirty="0">
              <a:solidFill>
                <a:schemeClr val="dk1"/>
              </a:solidFill>
              <a:latin typeface="Arial"/>
              <a:ea typeface="Arial"/>
              <a:cs typeface="Arial"/>
              <a:sym typeface="Arial"/>
            </a:endParaRPr>
          </a:p>
          <a:p>
            <a:pPr marL="342900" marR="0" lvl="0" indent="-190500" algn="just" rtl="0">
              <a:lnSpc>
                <a:spcPct val="100000"/>
              </a:lnSpc>
              <a:spcBef>
                <a:spcPts val="0"/>
              </a:spcBef>
              <a:spcAft>
                <a:spcPts val="0"/>
              </a:spcAft>
              <a:buClr>
                <a:schemeClr val="dk1"/>
              </a:buClr>
              <a:buSzPts val="2400"/>
              <a:buFont typeface="Arial"/>
              <a:buNone/>
            </a:pPr>
            <a:endParaRPr sz="2400" b="0" i="0" u="none" dirty="0">
              <a:solidFill>
                <a:schemeClr val="dk1"/>
              </a:solidFill>
              <a:latin typeface="Arial"/>
              <a:ea typeface="Arial"/>
              <a:cs typeface="Arial"/>
              <a:sym typeface="Arial"/>
            </a:endParaRPr>
          </a:p>
          <a:p>
            <a:pPr marL="342900" marR="0" lvl="0" indent="-190500" algn="just" rtl="0">
              <a:lnSpc>
                <a:spcPct val="100000"/>
              </a:lnSpc>
              <a:spcBef>
                <a:spcPts val="0"/>
              </a:spcBef>
              <a:spcAft>
                <a:spcPts val="0"/>
              </a:spcAft>
              <a:buClr>
                <a:schemeClr val="dk1"/>
              </a:buClr>
              <a:buSzPts val="2400"/>
              <a:buFont typeface="Arial"/>
              <a:buNone/>
            </a:pPr>
            <a:endParaRPr sz="24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0" i="0" u="none" dirty="0">
              <a:solidFill>
                <a:schemeClr val="dk1"/>
              </a:solidFill>
              <a:latin typeface="Arial"/>
              <a:ea typeface="Arial"/>
              <a:cs typeface="Arial"/>
              <a:sym typeface="Arial"/>
            </a:endParaRPr>
          </a:p>
        </p:txBody>
      </p:sp>
      <p:sp>
        <p:nvSpPr>
          <p:cNvPr id="2" name="Google Shape;583;p16">
            <a:extLst>
              <a:ext uri="{FF2B5EF4-FFF2-40B4-BE49-F238E27FC236}">
                <a16:creationId xmlns:a16="http://schemas.microsoft.com/office/drawing/2014/main" id="{12505120-CEA7-E26D-11AE-84ADF74BCE83}"/>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88"/>
        <p:cNvGrpSpPr/>
        <p:nvPr/>
      </p:nvGrpSpPr>
      <p:grpSpPr>
        <a:xfrm>
          <a:off x="0" y="0"/>
          <a:ext cx="0" cy="0"/>
          <a:chOff x="0" y="0"/>
          <a:chExt cx="0" cy="0"/>
        </a:xfrm>
      </p:grpSpPr>
      <p:sp>
        <p:nvSpPr>
          <p:cNvPr id="689" name="Google Shape;689;p27"/>
          <p:cNvSpPr txBox="1"/>
          <p:nvPr/>
        </p:nvSpPr>
        <p:spPr>
          <a:xfrm>
            <a:off x="1295400" y="1257300"/>
            <a:ext cx="12725400" cy="7557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Clr>
                <a:srgbClr val="051D40"/>
              </a:buClr>
              <a:buSzPts val="4800"/>
              <a:buFont typeface="Arial"/>
              <a:buNone/>
            </a:pPr>
            <a:r>
              <a:rPr lang="en-US" sz="4800" b="1" i="0" u="none">
                <a:solidFill>
                  <a:srgbClr val="051D40"/>
                </a:solidFill>
                <a:latin typeface="Arial"/>
                <a:ea typeface="Arial"/>
                <a:cs typeface="Arial"/>
                <a:sym typeface="Arial"/>
              </a:rPr>
              <a:t>Testing &amp; Validation</a:t>
            </a:r>
            <a:endParaRPr/>
          </a:p>
        </p:txBody>
      </p:sp>
      <p:grpSp>
        <p:nvGrpSpPr>
          <p:cNvPr id="690" name="Google Shape;690;p27"/>
          <p:cNvGrpSpPr/>
          <p:nvPr/>
        </p:nvGrpSpPr>
        <p:grpSpPr>
          <a:xfrm>
            <a:off x="14700250" y="7073900"/>
            <a:ext cx="5946770" cy="5946770"/>
            <a:chOff x="0" y="0"/>
            <a:chExt cx="812800" cy="812800"/>
          </a:xfrm>
        </p:grpSpPr>
        <p:sp>
          <p:nvSpPr>
            <p:cNvPr id="691" name="Google Shape;691;p2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692" name="Google Shape;692;p27"/>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693" name="Google Shape;693;p27"/>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694" name="Google Shape;694;p27"/>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695" name="Google Shape;695;p27"/>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696" name="Google Shape;696;p27"/>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11</a:t>
            </a:fld>
            <a:endParaRPr/>
          </a:p>
        </p:txBody>
      </p:sp>
      <p:sp>
        <p:nvSpPr>
          <p:cNvPr id="698" name="Google Shape;698;p27"/>
          <p:cNvSpPr txBox="1"/>
          <p:nvPr/>
        </p:nvSpPr>
        <p:spPr>
          <a:xfrm>
            <a:off x="1295400" y="2400300"/>
            <a:ext cx="15697200" cy="4893607"/>
          </a:xfrm>
          <a:prstGeom prst="rect">
            <a:avLst/>
          </a:prstGeom>
          <a:noFill/>
          <a:ln>
            <a:noFill/>
          </a:ln>
        </p:spPr>
        <p:txBody>
          <a:bodyPr spcFirstLastPara="1" wrap="square" lIns="91425" tIns="45700" rIns="91425" bIns="45700" anchor="t" anchorCtr="0">
            <a:spAutoFit/>
          </a:bodyPr>
          <a:lstStyle/>
          <a:p>
            <a:pPr marL="342900" lvl="0" indent="-342900" algn="just">
              <a:buClr>
                <a:schemeClr val="dk1"/>
              </a:buClr>
              <a:buSzPts val="2400"/>
              <a:buFont typeface="Arial"/>
              <a:buChar char="•"/>
            </a:pPr>
            <a:r>
              <a:rPr lang="en-US" sz="2400" b="1" i="0" u="none" dirty="0">
                <a:solidFill>
                  <a:schemeClr val="dk1"/>
                </a:solidFill>
                <a:latin typeface="Arial"/>
                <a:ea typeface="Arial"/>
                <a:cs typeface="Arial"/>
                <a:sym typeface="Arial"/>
              </a:rPr>
              <a:t>Testing Methodology:</a:t>
            </a:r>
            <a:r>
              <a:rPr lang="en-US" sz="2400" b="0" i="0" u="none" dirty="0">
                <a:solidFill>
                  <a:schemeClr val="dk1"/>
                </a:solidFill>
                <a:latin typeface="Arial"/>
                <a:ea typeface="Arial"/>
                <a:cs typeface="Arial"/>
                <a:sym typeface="Arial"/>
              </a:rPr>
              <a:t> T</a:t>
            </a:r>
            <a:r>
              <a:rPr lang="en-US" sz="2400" dirty="0"/>
              <a:t>he system is tested using a combination of unit, integration, and system testing to ensure reliability across all modules (DL, ML, RL, and Web App).</a:t>
            </a:r>
          </a:p>
          <a:p>
            <a:pPr marL="342900" lvl="3" indent="-342900" algn="just">
              <a:buClr>
                <a:schemeClr val="dk1"/>
              </a:buClr>
              <a:buSzPts val="2400"/>
              <a:buFont typeface="Arial"/>
              <a:buChar char="•"/>
            </a:pPr>
            <a:endParaRPr lang="en-US" sz="2400" b="0" i="0" u="none" dirty="0">
              <a:solidFill>
                <a:schemeClr val="dk1"/>
              </a:solidFill>
              <a:latin typeface="Arial"/>
              <a:ea typeface="Arial"/>
              <a:cs typeface="Arial"/>
              <a:sym typeface="Arial"/>
            </a:endParaRPr>
          </a:p>
          <a:p>
            <a:pPr marL="342900" lvl="0" indent="-342900" algn="just">
              <a:buClr>
                <a:schemeClr val="dk1"/>
              </a:buClr>
              <a:buSzPts val="2400"/>
              <a:buFont typeface="Arial"/>
              <a:buChar char="•"/>
            </a:pPr>
            <a:r>
              <a:rPr lang="en-US" sz="2400" b="1" i="0" u="none" dirty="0">
                <a:solidFill>
                  <a:schemeClr val="dk1"/>
                </a:solidFill>
                <a:latin typeface="Arial"/>
                <a:ea typeface="Arial"/>
                <a:cs typeface="Arial"/>
                <a:sym typeface="Arial"/>
              </a:rPr>
              <a:t>Test Cases:</a:t>
            </a:r>
            <a:r>
              <a:rPr lang="en-US" sz="2400" b="0" i="0" u="none" dirty="0">
                <a:solidFill>
                  <a:schemeClr val="dk1"/>
                </a:solidFill>
                <a:latin typeface="Arial"/>
                <a:ea typeface="Arial"/>
                <a:cs typeface="Arial"/>
                <a:sym typeface="Arial"/>
              </a:rPr>
              <a:t> </a:t>
            </a:r>
            <a:r>
              <a:rPr lang="en-US" sz="2400" dirty="0"/>
              <a:t>Various test cases were executed to validate system functionality under different scenarios.</a:t>
            </a:r>
          </a:p>
          <a:p>
            <a:pPr marL="342900" lvl="0" indent="-342900" algn="just">
              <a:buClr>
                <a:schemeClr val="dk1"/>
              </a:buClr>
              <a:buSzPts val="2400"/>
              <a:buFont typeface="Arial"/>
              <a:buChar char="•"/>
            </a:pPr>
            <a:r>
              <a:rPr lang="en-US" sz="2400" dirty="0"/>
              <a:t>Upload multiple waste images → Correct classification labels generated</a:t>
            </a:r>
          </a:p>
          <a:p>
            <a:pPr marL="342900" lvl="2" indent="-342900" algn="just">
              <a:buClr>
                <a:schemeClr val="dk1"/>
              </a:buClr>
              <a:buSzPts val="2400"/>
              <a:buFont typeface="Arial"/>
              <a:buChar char="•"/>
            </a:pPr>
            <a:r>
              <a:rPr lang="en-US" sz="2400" dirty="0"/>
              <a:t>Check confidence scores → Values between 0–100% validated</a:t>
            </a:r>
          </a:p>
          <a:p>
            <a:pPr marL="342900" lvl="2" indent="-342900" algn="just">
              <a:buClr>
                <a:schemeClr val="dk1"/>
              </a:buClr>
              <a:buSzPts val="2400"/>
              <a:buFont typeface="Arial"/>
              <a:buChar char="•"/>
            </a:pPr>
            <a:r>
              <a:rPr lang="en-US" sz="2400" dirty="0"/>
              <a:t>RL optimization → Optimal routing and allocation outputs verified</a:t>
            </a:r>
          </a:p>
          <a:p>
            <a:pPr marL="342900" lvl="2" indent="-342900" algn="just">
              <a:buClr>
                <a:schemeClr val="dk1"/>
              </a:buClr>
              <a:buSzPts val="2400"/>
              <a:buFont typeface="Arial"/>
              <a:buChar char="•"/>
            </a:pPr>
            <a:endParaRPr sz="2400" b="0" i="0" u="none" dirty="0">
              <a:solidFill>
                <a:schemeClr val="dk1"/>
              </a:solidFill>
              <a:latin typeface="Arial"/>
              <a:ea typeface="Arial"/>
              <a:cs typeface="Arial"/>
              <a:sym typeface="Arial"/>
            </a:endParaRPr>
          </a:p>
          <a:p>
            <a:pPr marL="342900" indent="-342900">
              <a:buFont typeface="Arial" panose="020B0604020202020204" pitchFamily="34" charset="0"/>
              <a:buChar char="•"/>
            </a:pPr>
            <a:r>
              <a:rPr lang="en-US" sz="2400" b="1" i="0" u="none" dirty="0">
                <a:solidFill>
                  <a:schemeClr val="dk1"/>
                </a:solidFill>
                <a:latin typeface="Arial"/>
                <a:ea typeface="Arial"/>
                <a:cs typeface="Arial"/>
                <a:sym typeface="Arial"/>
              </a:rPr>
              <a:t>Validation Metrics:</a:t>
            </a:r>
            <a:r>
              <a:rPr lang="en-US" sz="2400" b="0" i="0" u="none" dirty="0">
                <a:solidFill>
                  <a:schemeClr val="dk1"/>
                </a:solidFill>
                <a:latin typeface="Arial"/>
                <a:ea typeface="Arial"/>
                <a:cs typeface="Arial"/>
                <a:sym typeface="Arial"/>
              </a:rPr>
              <a:t> </a:t>
            </a:r>
            <a:r>
              <a:rPr lang="en-US" sz="2400" dirty="0"/>
              <a:t>The system performance is evaluated using standard metrics across DL, ML, and RL modules.</a:t>
            </a:r>
          </a:p>
          <a:p>
            <a:pPr marL="342900" lvl="0" indent="-342900" algn="just">
              <a:buClr>
                <a:schemeClr val="dk1"/>
              </a:buClr>
              <a:buSzPts val="2400"/>
              <a:buFont typeface="Arial" panose="020B0604020202020204" pitchFamily="34" charset="0"/>
              <a:buChar char="•"/>
            </a:pPr>
            <a:r>
              <a:rPr lang="en-US" sz="2400" dirty="0"/>
              <a:t>DL Model (ResNet50): Accuracy – 92.4%, evaluated using precision, recall, F1-score</a:t>
            </a:r>
            <a:endParaRPr sz="2400" u="none" dirty="0">
              <a:solidFill>
                <a:schemeClr val="dk1"/>
              </a:solidFill>
              <a:latin typeface="Arial"/>
              <a:ea typeface="Arial"/>
              <a:cs typeface="Arial"/>
              <a:sym typeface="Arial"/>
            </a:endParaRPr>
          </a:p>
          <a:p>
            <a:pPr marL="342900" lvl="0" indent="-342900">
              <a:buFont typeface="Arial" panose="020B0604020202020204" pitchFamily="34" charset="0"/>
              <a:buChar char="•"/>
            </a:pPr>
            <a:r>
              <a:rPr lang="en-US" sz="2400" dirty="0"/>
              <a:t>ML Model (Random Forest): Prediction accuracy and error metrics (RMSE)</a:t>
            </a:r>
          </a:p>
          <a:p>
            <a:pPr marL="342900" lvl="0" indent="-342900">
              <a:buFont typeface="Arial" panose="020B0604020202020204" pitchFamily="34" charset="0"/>
              <a:buChar char="•"/>
            </a:pPr>
            <a:r>
              <a:rPr lang="en-US" sz="2400" dirty="0"/>
              <a:t>RL Model (PPO): Reward score, efficiency improvement (~86% efficiency, ~20% better routing)	</a:t>
            </a:r>
            <a:endParaRPr sz="2400" u="none" dirty="0">
              <a:solidFill>
                <a:schemeClr val="dk1"/>
              </a:solidFill>
              <a:latin typeface="Arial"/>
              <a:ea typeface="Arial"/>
              <a:cs typeface="Arial"/>
              <a:sym typeface="Arial"/>
            </a:endParaRPr>
          </a:p>
        </p:txBody>
      </p:sp>
      <p:sp>
        <p:nvSpPr>
          <p:cNvPr id="2" name="Google Shape;583;p16">
            <a:extLst>
              <a:ext uri="{FF2B5EF4-FFF2-40B4-BE49-F238E27FC236}">
                <a16:creationId xmlns:a16="http://schemas.microsoft.com/office/drawing/2014/main" id="{84F09FAB-92FD-5AC4-265F-312AC3A468BF}"/>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702"/>
        <p:cNvGrpSpPr/>
        <p:nvPr/>
      </p:nvGrpSpPr>
      <p:grpSpPr>
        <a:xfrm>
          <a:off x="0" y="0"/>
          <a:ext cx="0" cy="0"/>
          <a:chOff x="0" y="0"/>
          <a:chExt cx="0" cy="0"/>
        </a:xfrm>
      </p:grpSpPr>
      <p:sp>
        <p:nvSpPr>
          <p:cNvPr id="703" name="Google Shape;703;p28"/>
          <p:cNvSpPr txBox="1"/>
          <p:nvPr/>
        </p:nvSpPr>
        <p:spPr>
          <a:xfrm>
            <a:off x="1295400" y="874819"/>
            <a:ext cx="12725400" cy="7635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Clr>
                <a:schemeClr val="dk1"/>
              </a:buClr>
              <a:buSzPts val="4800"/>
              <a:buFont typeface="Arial"/>
              <a:buNone/>
            </a:pPr>
            <a:r>
              <a:rPr lang="en-US" sz="4800" b="0" i="0" u="none" dirty="0">
                <a:solidFill>
                  <a:schemeClr val="dk1"/>
                </a:solidFill>
                <a:latin typeface="Arial"/>
                <a:ea typeface="Arial"/>
                <a:cs typeface="Arial"/>
                <a:sym typeface="Arial"/>
              </a:rPr>
              <a:t>Results &amp; Analysis</a:t>
            </a:r>
            <a:endParaRPr dirty="0"/>
          </a:p>
        </p:txBody>
      </p:sp>
      <p:grpSp>
        <p:nvGrpSpPr>
          <p:cNvPr id="704" name="Google Shape;704;p28"/>
          <p:cNvGrpSpPr/>
          <p:nvPr/>
        </p:nvGrpSpPr>
        <p:grpSpPr>
          <a:xfrm>
            <a:off x="14700250" y="7073900"/>
            <a:ext cx="5946770" cy="5946770"/>
            <a:chOff x="0" y="0"/>
            <a:chExt cx="812800" cy="812800"/>
          </a:xfrm>
        </p:grpSpPr>
        <p:sp>
          <p:nvSpPr>
            <p:cNvPr id="705" name="Google Shape;705;p2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06" name="Google Shape;706;p2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07" name="Google Shape;707;p28"/>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708" name="Google Shape;708;p28"/>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709" name="Google Shape;709;p2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10" name="Google Shape;710;p2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12</a:t>
            </a:fld>
            <a:endParaRPr/>
          </a:p>
        </p:txBody>
      </p:sp>
      <p:sp>
        <p:nvSpPr>
          <p:cNvPr id="712" name="Google Shape;712;p28"/>
          <p:cNvSpPr txBox="1"/>
          <p:nvPr/>
        </p:nvSpPr>
        <p:spPr>
          <a:xfrm>
            <a:off x="1295400" y="240030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2" name="Google Shape;583;p16">
            <a:extLst>
              <a:ext uri="{FF2B5EF4-FFF2-40B4-BE49-F238E27FC236}">
                <a16:creationId xmlns:a16="http://schemas.microsoft.com/office/drawing/2014/main" id="{E2879D01-1A82-95E7-189C-BDDB29D53D70}"/>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pic>
        <p:nvPicPr>
          <p:cNvPr id="4" name="Picture 3">
            <a:extLst>
              <a:ext uri="{FF2B5EF4-FFF2-40B4-BE49-F238E27FC236}">
                <a16:creationId xmlns:a16="http://schemas.microsoft.com/office/drawing/2014/main" id="{544DFC96-5C67-7A5A-C890-5696805F197B}"/>
              </a:ext>
            </a:extLst>
          </p:cNvPr>
          <p:cNvPicPr>
            <a:picLocks noChangeAspect="1"/>
          </p:cNvPicPr>
          <p:nvPr/>
        </p:nvPicPr>
        <p:blipFill>
          <a:blip r:embed="rId3"/>
          <a:stretch>
            <a:fillRect/>
          </a:stretch>
        </p:blipFill>
        <p:spPr>
          <a:xfrm>
            <a:off x="3200400" y="2276438"/>
            <a:ext cx="11887200" cy="62769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702">
          <a:extLst>
            <a:ext uri="{FF2B5EF4-FFF2-40B4-BE49-F238E27FC236}">
              <a16:creationId xmlns:a16="http://schemas.microsoft.com/office/drawing/2014/main" id="{5319E95D-B9E4-1362-EB76-A635B13EC113}"/>
            </a:ext>
          </a:extLst>
        </p:cNvPr>
        <p:cNvGrpSpPr/>
        <p:nvPr/>
      </p:nvGrpSpPr>
      <p:grpSpPr>
        <a:xfrm>
          <a:off x="0" y="0"/>
          <a:ext cx="0" cy="0"/>
          <a:chOff x="0" y="0"/>
          <a:chExt cx="0" cy="0"/>
        </a:xfrm>
      </p:grpSpPr>
      <p:grpSp>
        <p:nvGrpSpPr>
          <p:cNvPr id="704" name="Google Shape;704;p28">
            <a:extLst>
              <a:ext uri="{FF2B5EF4-FFF2-40B4-BE49-F238E27FC236}">
                <a16:creationId xmlns:a16="http://schemas.microsoft.com/office/drawing/2014/main" id="{36C6D453-977F-E725-8AFC-1D56A1EFE056}"/>
              </a:ext>
            </a:extLst>
          </p:cNvPr>
          <p:cNvGrpSpPr/>
          <p:nvPr/>
        </p:nvGrpSpPr>
        <p:grpSpPr>
          <a:xfrm>
            <a:off x="14700250" y="7073900"/>
            <a:ext cx="5946770" cy="5946770"/>
            <a:chOff x="0" y="0"/>
            <a:chExt cx="812800" cy="812800"/>
          </a:xfrm>
        </p:grpSpPr>
        <p:sp>
          <p:nvSpPr>
            <p:cNvPr id="705" name="Google Shape;705;p28">
              <a:extLst>
                <a:ext uri="{FF2B5EF4-FFF2-40B4-BE49-F238E27FC236}">
                  <a16:creationId xmlns:a16="http://schemas.microsoft.com/office/drawing/2014/main" id="{3699FFE1-9043-470F-17CB-4D1004C48E0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06" name="Google Shape;706;p28">
              <a:extLst>
                <a:ext uri="{FF2B5EF4-FFF2-40B4-BE49-F238E27FC236}">
                  <a16:creationId xmlns:a16="http://schemas.microsoft.com/office/drawing/2014/main" id="{4B5DA9A8-16F6-95C7-B41E-EA5D0BA709EA}"/>
                </a:ext>
              </a:extLst>
            </p:cNvPr>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07" name="Google Shape;707;p28">
            <a:extLst>
              <a:ext uri="{FF2B5EF4-FFF2-40B4-BE49-F238E27FC236}">
                <a16:creationId xmlns:a16="http://schemas.microsoft.com/office/drawing/2014/main" id="{36E431B7-7FBB-84DE-3581-93F203368A69}"/>
              </a:ext>
            </a:extLst>
          </p:cNvPr>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708" name="Google Shape;708;p28">
            <a:extLst>
              <a:ext uri="{FF2B5EF4-FFF2-40B4-BE49-F238E27FC236}">
                <a16:creationId xmlns:a16="http://schemas.microsoft.com/office/drawing/2014/main" id="{9022454F-1F44-E153-9697-D6BFFC5FB14C}"/>
              </a:ext>
            </a:extLst>
          </p:cNvPr>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709" name="Google Shape;709;p28">
            <a:extLst>
              <a:ext uri="{FF2B5EF4-FFF2-40B4-BE49-F238E27FC236}">
                <a16:creationId xmlns:a16="http://schemas.microsoft.com/office/drawing/2014/main" id="{8D6426FD-6CF1-1736-A8D7-395996D12BFF}"/>
              </a:ext>
            </a:extLst>
          </p:cNvPr>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10" name="Google Shape;710;p28">
            <a:extLst>
              <a:ext uri="{FF2B5EF4-FFF2-40B4-BE49-F238E27FC236}">
                <a16:creationId xmlns:a16="http://schemas.microsoft.com/office/drawing/2014/main" id="{9065C56D-9707-4D27-D87D-1BE1FA7C0C70}"/>
              </a:ext>
            </a:extLst>
          </p:cNvPr>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13</a:t>
            </a:fld>
            <a:endParaRPr/>
          </a:p>
        </p:txBody>
      </p:sp>
      <p:sp>
        <p:nvSpPr>
          <p:cNvPr id="712" name="Google Shape;712;p28">
            <a:extLst>
              <a:ext uri="{FF2B5EF4-FFF2-40B4-BE49-F238E27FC236}">
                <a16:creationId xmlns:a16="http://schemas.microsoft.com/office/drawing/2014/main" id="{4C6766AB-81B2-CBDA-0AD8-0AB01809E63D}"/>
              </a:ext>
            </a:extLst>
          </p:cNvPr>
          <p:cNvSpPr txBox="1"/>
          <p:nvPr/>
        </p:nvSpPr>
        <p:spPr>
          <a:xfrm>
            <a:off x="1295400" y="240030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2" name="Google Shape;583;p16">
            <a:extLst>
              <a:ext uri="{FF2B5EF4-FFF2-40B4-BE49-F238E27FC236}">
                <a16:creationId xmlns:a16="http://schemas.microsoft.com/office/drawing/2014/main" id="{40E73E89-EF68-30D4-8E34-67CB2C2A9A78}"/>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pic>
        <p:nvPicPr>
          <p:cNvPr id="9" name="Picture 8">
            <a:extLst>
              <a:ext uri="{FF2B5EF4-FFF2-40B4-BE49-F238E27FC236}">
                <a16:creationId xmlns:a16="http://schemas.microsoft.com/office/drawing/2014/main" id="{76362337-4000-56C5-ACF0-AA1A2D91597C}"/>
              </a:ext>
            </a:extLst>
          </p:cNvPr>
          <p:cNvPicPr>
            <a:picLocks noChangeAspect="1"/>
          </p:cNvPicPr>
          <p:nvPr/>
        </p:nvPicPr>
        <p:blipFill>
          <a:blip r:embed="rId3"/>
          <a:stretch>
            <a:fillRect/>
          </a:stretch>
        </p:blipFill>
        <p:spPr>
          <a:xfrm>
            <a:off x="1706457" y="990936"/>
            <a:ext cx="14244743" cy="7954329"/>
          </a:xfrm>
          <a:prstGeom prst="rect">
            <a:avLst/>
          </a:prstGeom>
        </p:spPr>
      </p:pic>
    </p:spTree>
    <p:extLst>
      <p:ext uri="{BB962C8B-B14F-4D97-AF65-F5344CB8AC3E}">
        <p14:creationId xmlns:p14="http://schemas.microsoft.com/office/powerpoint/2010/main" val="1006383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702">
          <a:extLst>
            <a:ext uri="{FF2B5EF4-FFF2-40B4-BE49-F238E27FC236}">
              <a16:creationId xmlns:a16="http://schemas.microsoft.com/office/drawing/2014/main" id="{726FCA66-149D-512F-0616-AC4F89A97861}"/>
            </a:ext>
          </a:extLst>
        </p:cNvPr>
        <p:cNvGrpSpPr/>
        <p:nvPr/>
      </p:nvGrpSpPr>
      <p:grpSpPr>
        <a:xfrm>
          <a:off x="0" y="0"/>
          <a:ext cx="0" cy="0"/>
          <a:chOff x="0" y="0"/>
          <a:chExt cx="0" cy="0"/>
        </a:xfrm>
      </p:grpSpPr>
      <p:grpSp>
        <p:nvGrpSpPr>
          <p:cNvPr id="704" name="Google Shape;704;p28">
            <a:extLst>
              <a:ext uri="{FF2B5EF4-FFF2-40B4-BE49-F238E27FC236}">
                <a16:creationId xmlns:a16="http://schemas.microsoft.com/office/drawing/2014/main" id="{70E3802F-472D-6E6D-14D6-AADC433BEEDE}"/>
              </a:ext>
            </a:extLst>
          </p:cNvPr>
          <p:cNvGrpSpPr/>
          <p:nvPr/>
        </p:nvGrpSpPr>
        <p:grpSpPr>
          <a:xfrm>
            <a:off x="14700250" y="7073900"/>
            <a:ext cx="5946770" cy="5946770"/>
            <a:chOff x="0" y="0"/>
            <a:chExt cx="812800" cy="812800"/>
          </a:xfrm>
        </p:grpSpPr>
        <p:sp>
          <p:nvSpPr>
            <p:cNvPr id="705" name="Google Shape;705;p28">
              <a:extLst>
                <a:ext uri="{FF2B5EF4-FFF2-40B4-BE49-F238E27FC236}">
                  <a16:creationId xmlns:a16="http://schemas.microsoft.com/office/drawing/2014/main" id="{7467CE46-F85A-1497-D370-5F208C5A2B2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06" name="Google Shape;706;p28">
              <a:extLst>
                <a:ext uri="{FF2B5EF4-FFF2-40B4-BE49-F238E27FC236}">
                  <a16:creationId xmlns:a16="http://schemas.microsoft.com/office/drawing/2014/main" id="{3C327E38-5720-E973-B4F0-F5709780A42C}"/>
                </a:ext>
              </a:extLst>
            </p:cNvPr>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07" name="Google Shape;707;p28">
            <a:extLst>
              <a:ext uri="{FF2B5EF4-FFF2-40B4-BE49-F238E27FC236}">
                <a16:creationId xmlns:a16="http://schemas.microsoft.com/office/drawing/2014/main" id="{B502AB16-1BD3-A2CC-5524-7273E6133BD2}"/>
              </a:ext>
            </a:extLst>
          </p:cNvPr>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708" name="Google Shape;708;p28">
            <a:extLst>
              <a:ext uri="{FF2B5EF4-FFF2-40B4-BE49-F238E27FC236}">
                <a16:creationId xmlns:a16="http://schemas.microsoft.com/office/drawing/2014/main" id="{C3C21B25-F6C7-CE12-9E22-007B3F8A78D9}"/>
              </a:ext>
            </a:extLst>
          </p:cNvPr>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375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a:p>
        </p:txBody>
      </p:sp>
      <p:sp>
        <p:nvSpPr>
          <p:cNvPr id="709" name="Google Shape;709;p28">
            <a:extLst>
              <a:ext uri="{FF2B5EF4-FFF2-40B4-BE49-F238E27FC236}">
                <a16:creationId xmlns:a16="http://schemas.microsoft.com/office/drawing/2014/main" id="{946C7C9F-4004-DD57-618C-B672B392ED51}"/>
              </a:ext>
            </a:extLst>
          </p:cNvPr>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10" name="Google Shape;710;p28">
            <a:extLst>
              <a:ext uri="{FF2B5EF4-FFF2-40B4-BE49-F238E27FC236}">
                <a16:creationId xmlns:a16="http://schemas.microsoft.com/office/drawing/2014/main" id="{EEC9EFE9-A936-9831-2C74-8682F079CC3D}"/>
              </a:ext>
            </a:extLst>
          </p:cNvPr>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14</a:t>
            </a:fld>
            <a:endParaRPr/>
          </a:p>
        </p:txBody>
      </p:sp>
      <p:sp>
        <p:nvSpPr>
          <p:cNvPr id="712" name="Google Shape;712;p28">
            <a:extLst>
              <a:ext uri="{FF2B5EF4-FFF2-40B4-BE49-F238E27FC236}">
                <a16:creationId xmlns:a16="http://schemas.microsoft.com/office/drawing/2014/main" id="{66F2133E-C37A-3E12-F2F2-FD450B158C12}"/>
              </a:ext>
            </a:extLst>
          </p:cNvPr>
          <p:cNvSpPr txBox="1"/>
          <p:nvPr/>
        </p:nvSpPr>
        <p:spPr>
          <a:xfrm>
            <a:off x="1295400" y="240030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2" name="Google Shape;583;p16">
            <a:extLst>
              <a:ext uri="{FF2B5EF4-FFF2-40B4-BE49-F238E27FC236}">
                <a16:creationId xmlns:a16="http://schemas.microsoft.com/office/drawing/2014/main" id="{CAB658FD-136B-5478-3647-736090663FE1}"/>
              </a:ext>
            </a:extLst>
          </p:cNvPr>
          <p:cNvSpPr txBox="1"/>
          <p:nvPr/>
        </p:nvSpPr>
        <p:spPr>
          <a:xfrm>
            <a:off x="5066010" y="9535767"/>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pic>
        <p:nvPicPr>
          <p:cNvPr id="9" name="Picture 8">
            <a:extLst>
              <a:ext uri="{FF2B5EF4-FFF2-40B4-BE49-F238E27FC236}">
                <a16:creationId xmlns:a16="http://schemas.microsoft.com/office/drawing/2014/main" id="{7ABB723C-C475-95C6-471B-8F3795FE2021}"/>
              </a:ext>
            </a:extLst>
          </p:cNvPr>
          <p:cNvPicPr>
            <a:picLocks noChangeAspect="1"/>
          </p:cNvPicPr>
          <p:nvPr/>
        </p:nvPicPr>
        <p:blipFill>
          <a:blip r:embed="rId3"/>
          <a:stretch>
            <a:fillRect/>
          </a:stretch>
        </p:blipFill>
        <p:spPr>
          <a:xfrm>
            <a:off x="1647253" y="1572170"/>
            <a:ext cx="14792725" cy="7822977"/>
          </a:xfrm>
          <a:prstGeom prst="rect">
            <a:avLst/>
          </a:prstGeom>
        </p:spPr>
      </p:pic>
    </p:spTree>
    <p:extLst>
      <p:ext uri="{BB962C8B-B14F-4D97-AF65-F5344CB8AC3E}">
        <p14:creationId xmlns:p14="http://schemas.microsoft.com/office/powerpoint/2010/main" val="1051461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29"/>
          <p:cNvSpPr txBox="1"/>
          <p:nvPr/>
        </p:nvSpPr>
        <p:spPr>
          <a:xfrm>
            <a:off x="723900" y="1085850"/>
            <a:ext cx="16840200" cy="15525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Results &amp; Analysis (Sample-Must be included according to your Project) </a:t>
            </a:r>
            <a:endParaRPr dirty="0"/>
          </a:p>
        </p:txBody>
      </p:sp>
      <p:grpSp>
        <p:nvGrpSpPr>
          <p:cNvPr id="719" name="Google Shape;719;p29"/>
          <p:cNvGrpSpPr/>
          <p:nvPr/>
        </p:nvGrpSpPr>
        <p:grpSpPr>
          <a:xfrm>
            <a:off x="14700250" y="7073900"/>
            <a:ext cx="5946770" cy="5946770"/>
            <a:chOff x="0" y="0"/>
            <a:chExt cx="812800" cy="812800"/>
          </a:xfrm>
        </p:grpSpPr>
        <p:sp>
          <p:nvSpPr>
            <p:cNvPr id="720" name="Google Shape;720;p2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21" name="Google Shape;721;p29"/>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22" name="Google Shape;722;p29"/>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23" name="Google Shape;723;p29"/>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15</a:t>
            </a:fld>
            <a:endParaRPr/>
          </a:p>
        </p:txBody>
      </p:sp>
      <p:sp>
        <p:nvSpPr>
          <p:cNvPr id="725" name="Google Shape;725;p29"/>
          <p:cNvSpPr txBox="1"/>
          <p:nvPr/>
        </p:nvSpPr>
        <p:spPr>
          <a:xfrm>
            <a:off x="1431925" y="240665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2" name="Google Shape;583;p16">
            <a:extLst>
              <a:ext uri="{FF2B5EF4-FFF2-40B4-BE49-F238E27FC236}">
                <a16:creationId xmlns:a16="http://schemas.microsoft.com/office/drawing/2014/main" id="{D2BCBECC-CE43-4FB4-E304-1730B3950454}"/>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graphicFrame>
        <p:nvGraphicFramePr>
          <p:cNvPr id="3" name="Table 2">
            <a:extLst>
              <a:ext uri="{FF2B5EF4-FFF2-40B4-BE49-F238E27FC236}">
                <a16:creationId xmlns:a16="http://schemas.microsoft.com/office/drawing/2014/main" id="{3D22E185-4EED-5724-1F80-394D1CC7AE9C}"/>
              </a:ext>
            </a:extLst>
          </p:cNvPr>
          <p:cNvGraphicFramePr>
            <a:graphicFrameLocks noGrp="1"/>
          </p:cNvGraphicFramePr>
          <p:nvPr>
            <p:extLst>
              <p:ext uri="{D42A27DB-BD31-4B8C-83A1-F6EECF244321}">
                <p14:modId xmlns:p14="http://schemas.microsoft.com/office/powerpoint/2010/main" val="18545200"/>
              </p:ext>
            </p:extLst>
          </p:nvPr>
        </p:nvGraphicFramePr>
        <p:xfrm>
          <a:off x="3169209" y="3182367"/>
          <a:ext cx="12387950" cy="6121857"/>
        </p:xfrm>
        <a:graphic>
          <a:graphicData uri="http://schemas.openxmlformats.org/drawingml/2006/table">
            <a:tbl>
              <a:tblPr/>
              <a:tblGrid>
                <a:gridCol w="2477590">
                  <a:extLst>
                    <a:ext uri="{9D8B030D-6E8A-4147-A177-3AD203B41FA5}">
                      <a16:colId xmlns:a16="http://schemas.microsoft.com/office/drawing/2014/main" val="831049036"/>
                    </a:ext>
                  </a:extLst>
                </a:gridCol>
                <a:gridCol w="2477590">
                  <a:extLst>
                    <a:ext uri="{9D8B030D-6E8A-4147-A177-3AD203B41FA5}">
                      <a16:colId xmlns:a16="http://schemas.microsoft.com/office/drawing/2014/main" val="3460163971"/>
                    </a:ext>
                  </a:extLst>
                </a:gridCol>
                <a:gridCol w="2477590">
                  <a:extLst>
                    <a:ext uri="{9D8B030D-6E8A-4147-A177-3AD203B41FA5}">
                      <a16:colId xmlns:a16="http://schemas.microsoft.com/office/drawing/2014/main" val="4054543638"/>
                    </a:ext>
                  </a:extLst>
                </a:gridCol>
                <a:gridCol w="2477590">
                  <a:extLst>
                    <a:ext uri="{9D8B030D-6E8A-4147-A177-3AD203B41FA5}">
                      <a16:colId xmlns:a16="http://schemas.microsoft.com/office/drawing/2014/main" val="1374632697"/>
                    </a:ext>
                  </a:extLst>
                </a:gridCol>
                <a:gridCol w="2477590">
                  <a:extLst>
                    <a:ext uri="{9D8B030D-6E8A-4147-A177-3AD203B41FA5}">
                      <a16:colId xmlns:a16="http://schemas.microsoft.com/office/drawing/2014/main" val="3585161562"/>
                    </a:ext>
                  </a:extLst>
                </a:gridCol>
              </a:tblGrid>
              <a:tr h="334528">
                <a:tc>
                  <a:txBody>
                    <a:bodyPr/>
                    <a:lstStyle/>
                    <a:p>
                      <a:pPr>
                        <a:buNone/>
                      </a:pPr>
                      <a:r>
                        <a:rPr lang="en-IN" b="1" dirty="0"/>
                        <a:t>Module</a:t>
                      </a:r>
                      <a:endParaRPr lang="en-IN" dirty="0"/>
                    </a:p>
                  </a:txBody>
                  <a:tcPr anchor="ctr">
                    <a:lnL>
                      <a:noFill/>
                    </a:lnL>
                    <a:lnR>
                      <a:noFill/>
                    </a:lnR>
                    <a:lnT>
                      <a:noFill/>
                    </a:lnT>
                    <a:lnB>
                      <a:noFill/>
                    </a:lnB>
                    <a:noFill/>
                  </a:tcPr>
                </a:tc>
                <a:tc>
                  <a:txBody>
                    <a:bodyPr/>
                    <a:lstStyle/>
                    <a:p>
                      <a:pPr>
                        <a:buNone/>
                      </a:pPr>
                      <a:r>
                        <a:rPr lang="en-IN" b="1" dirty="0"/>
                        <a:t>Model / Approach</a:t>
                      </a:r>
                      <a:endParaRPr lang="en-IN" dirty="0"/>
                    </a:p>
                  </a:txBody>
                  <a:tcPr anchor="ctr">
                    <a:lnL>
                      <a:noFill/>
                    </a:lnL>
                    <a:lnR>
                      <a:noFill/>
                    </a:lnR>
                    <a:lnT>
                      <a:noFill/>
                    </a:lnT>
                    <a:lnB>
                      <a:noFill/>
                    </a:lnB>
                    <a:noFill/>
                  </a:tcPr>
                </a:tc>
                <a:tc>
                  <a:txBody>
                    <a:bodyPr/>
                    <a:lstStyle/>
                    <a:p>
                      <a:pPr>
                        <a:buNone/>
                      </a:pPr>
                      <a:r>
                        <a:rPr lang="en-IN" b="1"/>
                        <a:t>Metric</a:t>
                      </a:r>
                      <a:endParaRPr lang="en-IN"/>
                    </a:p>
                  </a:txBody>
                  <a:tcPr anchor="ctr">
                    <a:lnL>
                      <a:noFill/>
                    </a:lnL>
                    <a:lnR>
                      <a:noFill/>
                    </a:lnR>
                    <a:lnT>
                      <a:noFill/>
                    </a:lnT>
                    <a:lnB>
                      <a:noFill/>
                    </a:lnB>
                    <a:noFill/>
                  </a:tcPr>
                </a:tc>
                <a:tc>
                  <a:txBody>
                    <a:bodyPr/>
                    <a:lstStyle/>
                    <a:p>
                      <a:pPr>
                        <a:buNone/>
                      </a:pPr>
                      <a:r>
                        <a:rPr lang="en-IN" b="1"/>
                        <a:t>Performance</a:t>
                      </a:r>
                      <a:endParaRPr lang="en-IN"/>
                    </a:p>
                  </a:txBody>
                  <a:tcPr anchor="ctr">
                    <a:lnL>
                      <a:noFill/>
                    </a:lnL>
                    <a:lnR>
                      <a:noFill/>
                    </a:lnR>
                    <a:lnT>
                      <a:noFill/>
                    </a:lnT>
                    <a:lnB>
                      <a:noFill/>
                    </a:lnB>
                    <a:noFill/>
                  </a:tcPr>
                </a:tc>
                <a:tc>
                  <a:txBody>
                    <a:bodyPr/>
                    <a:lstStyle/>
                    <a:p>
                      <a:pPr>
                        <a:buNone/>
                      </a:pPr>
                      <a:r>
                        <a:rPr lang="en-IN" b="1"/>
                        <a:t>Remarks</a:t>
                      </a:r>
                      <a:endParaRPr lang="en-IN"/>
                    </a:p>
                  </a:txBody>
                  <a:tcPr anchor="ctr">
                    <a:lnL>
                      <a:noFill/>
                    </a:lnL>
                    <a:lnR>
                      <a:noFill/>
                    </a:lnR>
                    <a:lnT>
                      <a:noFill/>
                    </a:lnT>
                    <a:lnB>
                      <a:noFill/>
                    </a:lnB>
                    <a:noFill/>
                  </a:tcPr>
                </a:tc>
                <a:extLst>
                  <a:ext uri="{0D108BD9-81ED-4DB2-BD59-A6C34878D82A}">
                    <a16:rowId xmlns:a16="http://schemas.microsoft.com/office/drawing/2014/main" val="1475749678"/>
                  </a:ext>
                </a:extLst>
              </a:tr>
              <a:tr h="568697">
                <a:tc>
                  <a:txBody>
                    <a:bodyPr/>
                    <a:lstStyle/>
                    <a:p>
                      <a:pPr>
                        <a:buNone/>
                      </a:pPr>
                      <a:r>
                        <a:rPr lang="en-IN" b="1"/>
                        <a:t>Waste Classification (DL)</a:t>
                      </a:r>
                      <a:endParaRPr lang="en-IN"/>
                    </a:p>
                  </a:txBody>
                  <a:tcPr anchor="ctr">
                    <a:lnL>
                      <a:noFill/>
                    </a:lnL>
                    <a:lnR>
                      <a:noFill/>
                    </a:lnR>
                    <a:lnT>
                      <a:noFill/>
                    </a:lnT>
                    <a:lnB>
                      <a:noFill/>
                    </a:lnB>
                    <a:noFill/>
                  </a:tcPr>
                </a:tc>
                <a:tc>
                  <a:txBody>
                    <a:bodyPr/>
                    <a:lstStyle/>
                    <a:p>
                      <a:pPr>
                        <a:buNone/>
                      </a:pPr>
                      <a:r>
                        <a:rPr lang="en-IN"/>
                        <a:t>ResNet50 (Transfer Learning)</a:t>
                      </a:r>
                    </a:p>
                  </a:txBody>
                  <a:tcPr anchor="ctr">
                    <a:lnL>
                      <a:noFill/>
                    </a:lnL>
                    <a:lnR>
                      <a:noFill/>
                    </a:lnR>
                    <a:lnT>
                      <a:noFill/>
                    </a:lnT>
                    <a:lnB>
                      <a:noFill/>
                    </a:lnB>
                    <a:noFill/>
                  </a:tcPr>
                </a:tc>
                <a:tc>
                  <a:txBody>
                    <a:bodyPr/>
                    <a:lstStyle/>
                    <a:p>
                      <a:pPr>
                        <a:buNone/>
                      </a:pPr>
                      <a:r>
                        <a:rPr lang="en-IN" dirty="0"/>
                        <a:t>Accuracy</a:t>
                      </a:r>
                    </a:p>
                  </a:txBody>
                  <a:tcPr anchor="ctr">
                    <a:lnL>
                      <a:noFill/>
                    </a:lnL>
                    <a:lnR>
                      <a:noFill/>
                    </a:lnR>
                    <a:lnT>
                      <a:noFill/>
                    </a:lnT>
                    <a:lnB>
                      <a:noFill/>
                    </a:lnB>
                    <a:noFill/>
                  </a:tcPr>
                </a:tc>
                <a:tc>
                  <a:txBody>
                    <a:bodyPr/>
                    <a:lstStyle/>
                    <a:p>
                      <a:pPr>
                        <a:buNone/>
                      </a:pPr>
                      <a:r>
                        <a:rPr lang="en-IN" b="1"/>
                        <a:t>92.4%</a:t>
                      </a:r>
                      <a:endParaRPr lang="en-IN"/>
                    </a:p>
                  </a:txBody>
                  <a:tcPr anchor="ctr">
                    <a:lnL>
                      <a:noFill/>
                    </a:lnL>
                    <a:lnR>
                      <a:noFill/>
                    </a:lnR>
                    <a:lnT>
                      <a:noFill/>
                    </a:lnT>
                    <a:lnB>
                      <a:noFill/>
                    </a:lnB>
                    <a:noFill/>
                  </a:tcPr>
                </a:tc>
                <a:tc>
                  <a:txBody>
                    <a:bodyPr/>
                    <a:lstStyle/>
                    <a:p>
                      <a:pPr>
                        <a:buNone/>
                      </a:pPr>
                      <a:r>
                        <a:rPr lang="en-US"/>
                        <a:t>High accuracy with real-time predictions</a:t>
                      </a:r>
                    </a:p>
                  </a:txBody>
                  <a:tcPr anchor="ctr">
                    <a:lnL>
                      <a:noFill/>
                    </a:lnL>
                    <a:lnR>
                      <a:noFill/>
                    </a:lnR>
                    <a:lnT>
                      <a:noFill/>
                    </a:lnT>
                    <a:lnB>
                      <a:noFill/>
                    </a:lnB>
                    <a:noFill/>
                  </a:tcPr>
                </a:tc>
                <a:extLst>
                  <a:ext uri="{0D108BD9-81ED-4DB2-BD59-A6C34878D82A}">
                    <a16:rowId xmlns:a16="http://schemas.microsoft.com/office/drawing/2014/main" val="3197543441"/>
                  </a:ext>
                </a:extLst>
              </a:tr>
              <a:tr h="568697">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Precision</a:t>
                      </a:r>
                    </a:p>
                  </a:txBody>
                  <a:tcPr anchor="ctr">
                    <a:lnL>
                      <a:noFill/>
                    </a:lnL>
                    <a:lnR>
                      <a:noFill/>
                    </a:lnR>
                    <a:lnT>
                      <a:noFill/>
                    </a:lnT>
                    <a:lnB>
                      <a:noFill/>
                    </a:lnB>
                    <a:noFill/>
                  </a:tcPr>
                </a:tc>
                <a:tc>
                  <a:txBody>
                    <a:bodyPr/>
                    <a:lstStyle/>
                    <a:p>
                      <a:pPr>
                        <a:buNone/>
                      </a:pPr>
                      <a:r>
                        <a:rPr lang="en-IN"/>
                        <a:t>91.8%</a:t>
                      </a:r>
                    </a:p>
                  </a:txBody>
                  <a:tcPr anchor="ctr">
                    <a:lnL>
                      <a:noFill/>
                    </a:lnL>
                    <a:lnR>
                      <a:noFill/>
                    </a:lnR>
                    <a:lnT>
                      <a:noFill/>
                    </a:lnT>
                    <a:lnB>
                      <a:noFill/>
                    </a:lnB>
                    <a:noFill/>
                  </a:tcPr>
                </a:tc>
                <a:tc>
                  <a:txBody>
                    <a:bodyPr/>
                    <a:lstStyle/>
                    <a:p>
                      <a:pPr>
                        <a:buNone/>
                      </a:pPr>
                      <a:r>
                        <a:rPr lang="en-IN"/>
                        <a:t>Balanced classification across classes</a:t>
                      </a:r>
                    </a:p>
                  </a:txBody>
                  <a:tcPr anchor="ctr">
                    <a:lnL>
                      <a:noFill/>
                    </a:lnL>
                    <a:lnR>
                      <a:noFill/>
                    </a:lnR>
                    <a:lnT>
                      <a:noFill/>
                    </a:lnT>
                    <a:lnB>
                      <a:noFill/>
                    </a:lnB>
                    <a:noFill/>
                  </a:tcPr>
                </a:tc>
                <a:extLst>
                  <a:ext uri="{0D108BD9-81ED-4DB2-BD59-A6C34878D82A}">
                    <a16:rowId xmlns:a16="http://schemas.microsoft.com/office/drawing/2014/main" val="3020484105"/>
                  </a:ext>
                </a:extLst>
              </a:tr>
              <a:tr h="568697">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Recall</a:t>
                      </a:r>
                    </a:p>
                  </a:txBody>
                  <a:tcPr anchor="ctr">
                    <a:lnL>
                      <a:noFill/>
                    </a:lnL>
                    <a:lnR>
                      <a:noFill/>
                    </a:lnR>
                    <a:lnT>
                      <a:noFill/>
                    </a:lnT>
                    <a:lnB>
                      <a:noFill/>
                    </a:lnB>
                    <a:noFill/>
                  </a:tcPr>
                </a:tc>
                <a:tc>
                  <a:txBody>
                    <a:bodyPr/>
                    <a:lstStyle/>
                    <a:p>
                      <a:pPr>
                        <a:buNone/>
                      </a:pPr>
                      <a:r>
                        <a:rPr lang="en-IN"/>
                        <a:t>90.9%</a:t>
                      </a:r>
                    </a:p>
                  </a:txBody>
                  <a:tcPr anchor="ctr">
                    <a:lnL>
                      <a:noFill/>
                    </a:lnL>
                    <a:lnR>
                      <a:noFill/>
                    </a:lnR>
                    <a:lnT>
                      <a:noFill/>
                    </a:lnT>
                    <a:lnB>
                      <a:noFill/>
                    </a:lnB>
                    <a:noFill/>
                  </a:tcPr>
                </a:tc>
                <a:tc>
                  <a:txBody>
                    <a:bodyPr/>
                    <a:lstStyle/>
                    <a:p>
                      <a:pPr>
                        <a:buNone/>
                      </a:pPr>
                      <a:r>
                        <a:rPr lang="en-US"/>
                        <a:t>Effective detection of all waste types</a:t>
                      </a:r>
                    </a:p>
                  </a:txBody>
                  <a:tcPr anchor="ctr">
                    <a:lnL>
                      <a:noFill/>
                    </a:lnL>
                    <a:lnR>
                      <a:noFill/>
                    </a:lnR>
                    <a:lnT>
                      <a:noFill/>
                    </a:lnT>
                    <a:lnB>
                      <a:noFill/>
                    </a:lnB>
                    <a:noFill/>
                  </a:tcPr>
                </a:tc>
                <a:extLst>
                  <a:ext uri="{0D108BD9-81ED-4DB2-BD59-A6C34878D82A}">
                    <a16:rowId xmlns:a16="http://schemas.microsoft.com/office/drawing/2014/main" val="4047005717"/>
                  </a:ext>
                </a:extLst>
              </a:tr>
              <a:tr h="568697">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F1-Score</a:t>
                      </a:r>
                    </a:p>
                  </a:txBody>
                  <a:tcPr anchor="ctr">
                    <a:lnL>
                      <a:noFill/>
                    </a:lnL>
                    <a:lnR>
                      <a:noFill/>
                    </a:lnR>
                    <a:lnT>
                      <a:noFill/>
                    </a:lnT>
                    <a:lnB>
                      <a:noFill/>
                    </a:lnB>
                    <a:noFill/>
                  </a:tcPr>
                </a:tc>
                <a:tc>
                  <a:txBody>
                    <a:bodyPr/>
                    <a:lstStyle/>
                    <a:p>
                      <a:pPr>
                        <a:buNone/>
                      </a:pPr>
                      <a:r>
                        <a:rPr lang="en-IN"/>
                        <a:t>91.3%</a:t>
                      </a:r>
                    </a:p>
                  </a:txBody>
                  <a:tcPr anchor="ctr">
                    <a:lnL>
                      <a:noFill/>
                    </a:lnL>
                    <a:lnR>
                      <a:noFill/>
                    </a:lnR>
                    <a:lnT>
                      <a:noFill/>
                    </a:lnT>
                    <a:lnB>
                      <a:noFill/>
                    </a:lnB>
                    <a:noFill/>
                  </a:tcPr>
                </a:tc>
                <a:tc>
                  <a:txBody>
                    <a:bodyPr/>
                    <a:lstStyle/>
                    <a:p>
                      <a:pPr>
                        <a:buNone/>
                      </a:pPr>
                      <a:r>
                        <a:rPr lang="en-IN" dirty="0"/>
                        <a:t>Robust overall performance</a:t>
                      </a:r>
                    </a:p>
                  </a:txBody>
                  <a:tcPr anchor="ctr">
                    <a:lnL>
                      <a:noFill/>
                    </a:lnL>
                    <a:lnR>
                      <a:noFill/>
                    </a:lnR>
                    <a:lnT>
                      <a:noFill/>
                    </a:lnT>
                    <a:lnB>
                      <a:noFill/>
                    </a:lnB>
                    <a:noFill/>
                  </a:tcPr>
                </a:tc>
                <a:extLst>
                  <a:ext uri="{0D108BD9-81ED-4DB2-BD59-A6C34878D82A}">
                    <a16:rowId xmlns:a16="http://schemas.microsoft.com/office/drawing/2014/main" val="2562409378"/>
                  </a:ext>
                </a:extLst>
              </a:tr>
              <a:tr h="568697">
                <a:tc>
                  <a:txBody>
                    <a:bodyPr/>
                    <a:lstStyle/>
                    <a:p>
                      <a:pPr>
                        <a:buNone/>
                      </a:pPr>
                      <a:r>
                        <a:rPr lang="en-IN" b="1"/>
                        <a:t>Waste Prediction (ML)</a:t>
                      </a:r>
                      <a:endParaRPr lang="en-IN"/>
                    </a:p>
                  </a:txBody>
                  <a:tcPr anchor="ctr">
                    <a:lnL>
                      <a:noFill/>
                    </a:lnL>
                    <a:lnR>
                      <a:noFill/>
                    </a:lnR>
                    <a:lnT>
                      <a:noFill/>
                    </a:lnT>
                    <a:lnB>
                      <a:noFill/>
                    </a:lnB>
                    <a:noFill/>
                  </a:tcPr>
                </a:tc>
                <a:tc>
                  <a:txBody>
                    <a:bodyPr/>
                    <a:lstStyle/>
                    <a:p>
                      <a:pPr>
                        <a:buNone/>
                      </a:pPr>
                      <a:r>
                        <a:rPr lang="en-IN"/>
                        <a:t>Random Forest</a:t>
                      </a:r>
                    </a:p>
                  </a:txBody>
                  <a:tcPr anchor="ctr">
                    <a:lnL>
                      <a:noFill/>
                    </a:lnL>
                    <a:lnR>
                      <a:noFill/>
                    </a:lnR>
                    <a:lnT>
                      <a:noFill/>
                    </a:lnT>
                    <a:lnB>
                      <a:noFill/>
                    </a:lnB>
                    <a:noFill/>
                  </a:tcPr>
                </a:tc>
                <a:tc>
                  <a:txBody>
                    <a:bodyPr/>
                    <a:lstStyle/>
                    <a:p>
                      <a:pPr>
                        <a:buNone/>
                      </a:pPr>
                      <a:r>
                        <a:rPr lang="en-IN"/>
                        <a:t>Accuracy</a:t>
                      </a:r>
                    </a:p>
                  </a:txBody>
                  <a:tcPr anchor="ctr">
                    <a:lnL>
                      <a:noFill/>
                    </a:lnL>
                    <a:lnR>
                      <a:noFill/>
                    </a:lnR>
                    <a:lnT>
                      <a:noFill/>
                    </a:lnT>
                    <a:lnB>
                      <a:noFill/>
                    </a:lnB>
                    <a:noFill/>
                  </a:tcPr>
                </a:tc>
                <a:tc>
                  <a:txBody>
                    <a:bodyPr/>
                    <a:lstStyle/>
                    <a:p>
                      <a:pPr>
                        <a:buNone/>
                      </a:pPr>
                      <a:r>
                        <a:rPr lang="en-IN" b="1"/>
                        <a:t>~88%</a:t>
                      </a:r>
                      <a:endParaRPr lang="en-IN"/>
                    </a:p>
                  </a:txBody>
                  <a:tcPr anchor="ctr">
                    <a:lnL>
                      <a:noFill/>
                    </a:lnL>
                    <a:lnR>
                      <a:noFill/>
                    </a:lnR>
                    <a:lnT>
                      <a:noFill/>
                    </a:lnT>
                    <a:lnB>
                      <a:noFill/>
                    </a:lnB>
                    <a:noFill/>
                  </a:tcPr>
                </a:tc>
                <a:tc>
                  <a:txBody>
                    <a:bodyPr/>
                    <a:lstStyle/>
                    <a:p>
                      <a:pPr>
                        <a:buNone/>
                      </a:pPr>
                      <a:r>
                        <a:rPr lang="en-IN"/>
                        <a:t>Reliable future waste estimation</a:t>
                      </a:r>
                    </a:p>
                  </a:txBody>
                  <a:tcPr anchor="ctr">
                    <a:lnL>
                      <a:noFill/>
                    </a:lnL>
                    <a:lnR>
                      <a:noFill/>
                    </a:lnR>
                    <a:lnT>
                      <a:noFill/>
                    </a:lnT>
                    <a:lnB>
                      <a:noFill/>
                    </a:lnB>
                    <a:noFill/>
                  </a:tcPr>
                </a:tc>
                <a:extLst>
                  <a:ext uri="{0D108BD9-81ED-4DB2-BD59-A6C34878D82A}">
                    <a16:rowId xmlns:a16="http://schemas.microsoft.com/office/drawing/2014/main" val="394069100"/>
                  </a:ext>
                </a:extLst>
              </a:tr>
              <a:tr h="334528">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RMSE</a:t>
                      </a:r>
                    </a:p>
                  </a:txBody>
                  <a:tcPr anchor="ctr">
                    <a:lnL>
                      <a:noFill/>
                    </a:lnL>
                    <a:lnR>
                      <a:noFill/>
                    </a:lnR>
                    <a:lnT>
                      <a:noFill/>
                    </a:lnT>
                    <a:lnB>
                      <a:noFill/>
                    </a:lnB>
                    <a:noFill/>
                  </a:tcPr>
                </a:tc>
                <a:tc>
                  <a:txBody>
                    <a:bodyPr/>
                    <a:lstStyle/>
                    <a:p>
                      <a:pPr>
                        <a:buNone/>
                      </a:pPr>
                      <a:r>
                        <a:rPr lang="en-IN"/>
                        <a:t>Low</a:t>
                      </a:r>
                    </a:p>
                  </a:txBody>
                  <a:tcPr anchor="ctr">
                    <a:lnL>
                      <a:noFill/>
                    </a:lnL>
                    <a:lnR>
                      <a:noFill/>
                    </a:lnR>
                    <a:lnT>
                      <a:noFill/>
                    </a:lnT>
                    <a:lnB>
                      <a:noFill/>
                    </a:lnB>
                    <a:noFill/>
                  </a:tcPr>
                </a:tc>
                <a:tc>
                  <a:txBody>
                    <a:bodyPr/>
                    <a:lstStyle/>
                    <a:p>
                      <a:pPr>
                        <a:buNone/>
                      </a:pPr>
                      <a:r>
                        <a:rPr lang="en-IN"/>
                        <a:t>Minimal prediction error</a:t>
                      </a:r>
                    </a:p>
                  </a:txBody>
                  <a:tcPr anchor="ctr">
                    <a:lnL>
                      <a:noFill/>
                    </a:lnL>
                    <a:lnR>
                      <a:noFill/>
                    </a:lnR>
                    <a:lnT>
                      <a:noFill/>
                    </a:lnT>
                    <a:lnB>
                      <a:noFill/>
                    </a:lnB>
                    <a:noFill/>
                  </a:tcPr>
                </a:tc>
                <a:extLst>
                  <a:ext uri="{0D108BD9-81ED-4DB2-BD59-A6C34878D82A}">
                    <a16:rowId xmlns:a16="http://schemas.microsoft.com/office/drawing/2014/main" val="4124202994"/>
                  </a:ext>
                </a:extLst>
              </a:tr>
              <a:tr h="568697">
                <a:tc>
                  <a:txBody>
                    <a:bodyPr/>
                    <a:lstStyle/>
                    <a:p>
                      <a:pPr>
                        <a:buNone/>
                      </a:pPr>
                      <a:r>
                        <a:rPr lang="en-IN" b="1"/>
                        <a:t>Optimization (RL)</a:t>
                      </a:r>
                      <a:endParaRPr lang="en-IN"/>
                    </a:p>
                  </a:txBody>
                  <a:tcPr anchor="ctr">
                    <a:lnL>
                      <a:noFill/>
                    </a:lnL>
                    <a:lnR>
                      <a:noFill/>
                    </a:lnR>
                    <a:lnT>
                      <a:noFill/>
                    </a:lnT>
                    <a:lnB>
                      <a:noFill/>
                    </a:lnB>
                    <a:noFill/>
                  </a:tcPr>
                </a:tc>
                <a:tc>
                  <a:txBody>
                    <a:bodyPr/>
                    <a:lstStyle/>
                    <a:p>
                      <a:pPr>
                        <a:buNone/>
                      </a:pPr>
                      <a:r>
                        <a:rPr lang="en-IN"/>
                        <a:t>PPO Agent</a:t>
                      </a:r>
                    </a:p>
                  </a:txBody>
                  <a:tcPr anchor="ctr">
                    <a:lnL>
                      <a:noFill/>
                    </a:lnL>
                    <a:lnR>
                      <a:noFill/>
                    </a:lnR>
                    <a:lnT>
                      <a:noFill/>
                    </a:lnT>
                    <a:lnB>
                      <a:noFill/>
                    </a:lnB>
                    <a:noFill/>
                  </a:tcPr>
                </a:tc>
                <a:tc>
                  <a:txBody>
                    <a:bodyPr/>
                    <a:lstStyle/>
                    <a:p>
                      <a:pPr>
                        <a:buNone/>
                      </a:pPr>
                      <a:r>
                        <a:rPr lang="en-IN"/>
                        <a:t>Reward Score</a:t>
                      </a:r>
                    </a:p>
                  </a:txBody>
                  <a:tcPr anchor="ctr">
                    <a:lnL>
                      <a:noFill/>
                    </a:lnL>
                    <a:lnR>
                      <a:noFill/>
                    </a:lnR>
                    <a:lnT>
                      <a:noFill/>
                    </a:lnT>
                    <a:lnB>
                      <a:noFill/>
                    </a:lnB>
                    <a:noFill/>
                  </a:tcPr>
                </a:tc>
                <a:tc>
                  <a:txBody>
                    <a:bodyPr/>
                    <a:lstStyle/>
                    <a:p>
                      <a:pPr>
                        <a:buNone/>
                      </a:pPr>
                      <a:r>
                        <a:rPr lang="en-IN"/>
                        <a:t>High Convergence</a:t>
                      </a:r>
                    </a:p>
                  </a:txBody>
                  <a:tcPr anchor="ctr">
                    <a:lnL>
                      <a:noFill/>
                    </a:lnL>
                    <a:lnR>
                      <a:noFill/>
                    </a:lnR>
                    <a:lnT>
                      <a:noFill/>
                    </a:lnT>
                    <a:lnB>
                      <a:noFill/>
                    </a:lnB>
                    <a:noFill/>
                  </a:tcPr>
                </a:tc>
                <a:tc>
                  <a:txBody>
                    <a:bodyPr/>
                    <a:lstStyle/>
                    <a:p>
                      <a:pPr>
                        <a:buNone/>
                      </a:pPr>
                      <a:r>
                        <a:rPr lang="en-IN"/>
                        <a:t>Stable learning performance</a:t>
                      </a:r>
                    </a:p>
                  </a:txBody>
                  <a:tcPr anchor="ctr">
                    <a:lnL>
                      <a:noFill/>
                    </a:lnL>
                    <a:lnR>
                      <a:noFill/>
                    </a:lnR>
                    <a:lnT>
                      <a:noFill/>
                    </a:lnT>
                    <a:lnB>
                      <a:noFill/>
                    </a:lnB>
                    <a:noFill/>
                  </a:tcPr>
                </a:tc>
                <a:extLst>
                  <a:ext uri="{0D108BD9-81ED-4DB2-BD59-A6C34878D82A}">
                    <a16:rowId xmlns:a16="http://schemas.microsoft.com/office/drawing/2014/main" val="2756043711"/>
                  </a:ext>
                </a:extLst>
              </a:tr>
              <a:tr h="568697">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Routing Efficiency</a:t>
                      </a:r>
                    </a:p>
                  </a:txBody>
                  <a:tcPr anchor="ctr">
                    <a:lnL>
                      <a:noFill/>
                    </a:lnL>
                    <a:lnR>
                      <a:noFill/>
                    </a:lnR>
                    <a:lnT>
                      <a:noFill/>
                    </a:lnT>
                    <a:lnB>
                      <a:noFill/>
                    </a:lnB>
                    <a:noFill/>
                  </a:tcPr>
                </a:tc>
                <a:tc>
                  <a:txBody>
                    <a:bodyPr/>
                    <a:lstStyle/>
                    <a:p>
                      <a:pPr>
                        <a:buNone/>
                      </a:pPr>
                      <a:r>
                        <a:rPr lang="en-IN" b="1"/>
                        <a:t>+20% Improvement</a:t>
                      </a:r>
                      <a:endParaRPr lang="en-IN"/>
                    </a:p>
                  </a:txBody>
                  <a:tcPr anchor="ctr">
                    <a:lnL>
                      <a:noFill/>
                    </a:lnL>
                    <a:lnR>
                      <a:noFill/>
                    </a:lnR>
                    <a:lnT>
                      <a:noFill/>
                    </a:lnT>
                    <a:lnB>
                      <a:noFill/>
                    </a:lnB>
                    <a:noFill/>
                  </a:tcPr>
                </a:tc>
                <a:tc>
                  <a:txBody>
                    <a:bodyPr/>
                    <a:lstStyle/>
                    <a:p>
                      <a:pPr>
                        <a:buNone/>
                      </a:pPr>
                      <a:r>
                        <a:rPr lang="en-IN"/>
                        <a:t>Optimized waste collection paths</a:t>
                      </a:r>
                    </a:p>
                  </a:txBody>
                  <a:tcPr anchor="ctr">
                    <a:lnL>
                      <a:noFill/>
                    </a:lnL>
                    <a:lnR>
                      <a:noFill/>
                    </a:lnR>
                    <a:lnT>
                      <a:noFill/>
                    </a:lnT>
                    <a:lnB>
                      <a:noFill/>
                    </a:lnB>
                    <a:noFill/>
                  </a:tcPr>
                </a:tc>
                <a:extLst>
                  <a:ext uri="{0D108BD9-81ED-4DB2-BD59-A6C34878D82A}">
                    <a16:rowId xmlns:a16="http://schemas.microsoft.com/office/drawing/2014/main" val="2704205368"/>
                  </a:ext>
                </a:extLst>
              </a:tr>
              <a:tr h="334528">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Recycling Efficiency</a:t>
                      </a:r>
                    </a:p>
                  </a:txBody>
                  <a:tcPr anchor="ctr">
                    <a:lnL>
                      <a:noFill/>
                    </a:lnL>
                    <a:lnR>
                      <a:noFill/>
                    </a:lnR>
                    <a:lnT>
                      <a:noFill/>
                    </a:lnT>
                    <a:lnB>
                      <a:noFill/>
                    </a:lnB>
                    <a:noFill/>
                  </a:tcPr>
                </a:tc>
                <a:tc>
                  <a:txBody>
                    <a:bodyPr/>
                    <a:lstStyle/>
                    <a:p>
                      <a:pPr>
                        <a:buNone/>
                      </a:pPr>
                      <a:r>
                        <a:rPr lang="en-IN" b="1"/>
                        <a:t>+28% Increase</a:t>
                      </a:r>
                      <a:endParaRPr lang="en-IN"/>
                    </a:p>
                  </a:txBody>
                  <a:tcPr anchor="ctr">
                    <a:lnL>
                      <a:noFill/>
                    </a:lnL>
                    <a:lnR>
                      <a:noFill/>
                    </a:lnR>
                    <a:lnT>
                      <a:noFill/>
                    </a:lnT>
                    <a:lnB>
                      <a:noFill/>
                    </a:lnB>
                    <a:noFill/>
                  </a:tcPr>
                </a:tc>
                <a:tc>
                  <a:txBody>
                    <a:bodyPr/>
                    <a:lstStyle/>
                    <a:p>
                      <a:pPr>
                        <a:buNone/>
                      </a:pPr>
                      <a:r>
                        <a:rPr lang="en-IN"/>
                        <a:t>Better resource utilization</a:t>
                      </a:r>
                    </a:p>
                  </a:txBody>
                  <a:tcPr anchor="ctr">
                    <a:lnL>
                      <a:noFill/>
                    </a:lnL>
                    <a:lnR>
                      <a:noFill/>
                    </a:lnR>
                    <a:lnT>
                      <a:noFill/>
                    </a:lnT>
                    <a:lnB>
                      <a:noFill/>
                    </a:lnB>
                    <a:noFill/>
                  </a:tcPr>
                </a:tc>
                <a:extLst>
                  <a:ext uri="{0D108BD9-81ED-4DB2-BD59-A6C34878D82A}">
                    <a16:rowId xmlns:a16="http://schemas.microsoft.com/office/drawing/2014/main" val="274422583"/>
                  </a:ext>
                </a:extLst>
              </a:tr>
              <a:tr h="568697">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Landfill Reduction</a:t>
                      </a:r>
                    </a:p>
                  </a:txBody>
                  <a:tcPr anchor="ctr">
                    <a:lnL>
                      <a:noFill/>
                    </a:lnL>
                    <a:lnR>
                      <a:noFill/>
                    </a:lnR>
                    <a:lnT>
                      <a:noFill/>
                    </a:lnT>
                    <a:lnB>
                      <a:noFill/>
                    </a:lnB>
                    <a:noFill/>
                  </a:tcPr>
                </a:tc>
                <a:tc>
                  <a:txBody>
                    <a:bodyPr/>
                    <a:lstStyle/>
                    <a:p>
                      <a:pPr>
                        <a:buNone/>
                      </a:pPr>
                      <a:r>
                        <a:rPr lang="en-IN" b="1"/>
                        <a:t>-18% Reduction</a:t>
                      </a:r>
                      <a:endParaRPr lang="en-IN"/>
                    </a:p>
                  </a:txBody>
                  <a:tcPr anchor="ctr">
                    <a:lnL>
                      <a:noFill/>
                    </a:lnL>
                    <a:lnR>
                      <a:noFill/>
                    </a:lnR>
                    <a:lnT>
                      <a:noFill/>
                    </a:lnT>
                    <a:lnB>
                      <a:noFill/>
                    </a:lnB>
                    <a:noFill/>
                  </a:tcPr>
                </a:tc>
                <a:tc>
                  <a:txBody>
                    <a:bodyPr/>
                    <a:lstStyle/>
                    <a:p>
                      <a:pPr>
                        <a:buNone/>
                      </a:pPr>
                      <a:r>
                        <a:rPr lang="en-IN"/>
                        <a:t>Reduced environmental impact</a:t>
                      </a:r>
                    </a:p>
                  </a:txBody>
                  <a:tcPr anchor="ctr">
                    <a:lnL>
                      <a:noFill/>
                    </a:lnL>
                    <a:lnR>
                      <a:noFill/>
                    </a:lnR>
                    <a:lnT>
                      <a:noFill/>
                    </a:lnT>
                    <a:lnB>
                      <a:noFill/>
                    </a:lnB>
                    <a:noFill/>
                  </a:tcPr>
                </a:tc>
                <a:extLst>
                  <a:ext uri="{0D108BD9-81ED-4DB2-BD59-A6C34878D82A}">
                    <a16:rowId xmlns:a16="http://schemas.microsoft.com/office/drawing/2014/main" val="2298317344"/>
                  </a:ext>
                </a:extLst>
              </a:tr>
              <a:tr h="568697">
                <a:tc>
                  <a:txBody>
                    <a:bodyPr/>
                    <a:lstStyle/>
                    <a:p>
                      <a:pPr>
                        <a:buNone/>
                      </a:pPr>
                      <a:r>
                        <a:rPr lang="en-IN" b="1" dirty="0"/>
                        <a:t>System Overall</a:t>
                      </a:r>
                      <a:endParaRPr lang="en-IN" dirty="0"/>
                    </a:p>
                  </a:txBody>
                  <a:tcPr anchor="ctr">
                    <a:lnL>
                      <a:noFill/>
                    </a:lnL>
                    <a:lnR>
                      <a:noFill/>
                    </a:lnR>
                    <a:lnT>
                      <a:noFill/>
                    </a:lnT>
                    <a:lnB>
                      <a:noFill/>
                    </a:lnB>
                    <a:noFill/>
                  </a:tcPr>
                </a:tc>
                <a:tc>
                  <a:txBody>
                    <a:bodyPr/>
                    <a:lstStyle/>
                    <a:p>
                      <a:pPr>
                        <a:buNone/>
                      </a:pPr>
                      <a:r>
                        <a:rPr lang="en-IN"/>
                        <a:t>Hybrid (DL + ML + RL)</a:t>
                      </a:r>
                    </a:p>
                  </a:txBody>
                  <a:tcPr anchor="ctr">
                    <a:lnL>
                      <a:noFill/>
                    </a:lnL>
                    <a:lnR>
                      <a:noFill/>
                    </a:lnR>
                    <a:lnT>
                      <a:noFill/>
                    </a:lnT>
                    <a:lnB>
                      <a:noFill/>
                    </a:lnB>
                    <a:noFill/>
                  </a:tcPr>
                </a:tc>
                <a:tc>
                  <a:txBody>
                    <a:bodyPr/>
                    <a:lstStyle/>
                    <a:p>
                      <a:pPr>
                        <a:buNone/>
                      </a:pPr>
                      <a:r>
                        <a:rPr lang="en-IN" dirty="0"/>
                        <a:t>Performance</a:t>
                      </a:r>
                    </a:p>
                  </a:txBody>
                  <a:tcPr anchor="ctr">
                    <a:lnL>
                      <a:noFill/>
                    </a:lnL>
                    <a:lnR>
                      <a:noFill/>
                    </a:lnR>
                    <a:lnT>
                      <a:noFill/>
                    </a:lnT>
                    <a:lnB>
                      <a:noFill/>
                    </a:lnB>
                    <a:noFill/>
                  </a:tcPr>
                </a:tc>
                <a:tc>
                  <a:txBody>
                    <a:bodyPr/>
                    <a:lstStyle/>
                    <a:p>
                      <a:pPr>
                        <a:buNone/>
                      </a:pPr>
                      <a:r>
                        <a:rPr lang="en-IN" b="1"/>
                        <a:t>Significantly Improved</a:t>
                      </a:r>
                      <a:endParaRPr lang="en-IN"/>
                    </a:p>
                  </a:txBody>
                  <a:tcPr anchor="ctr">
                    <a:lnL>
                      <a:noFill/>
                    </a:lnL>
                    <a:lnR>
                      <a:noFill/>
                    </a:lnR>
                    <a:lnT>
                      <a:noFill/>
                    </a:lnT>
                    <a:lnB>
                      <a:noFill/>
                    </a:lnB>
                    <a:noFill/>
                  </a:tcPr>
                </a:tc>
                <a:tc>
                  <a:txBody>
                    <a:bodyPr/>
                    <a:lstStyle/>
                    <a:p>
                      <a:pPr>
                        <a:buNone/>
                      </a:pPr>
                      <a:r>
                        <a:rPr lang="en-IN" dirty="0"/>
                        <a:t>End-to-end intelligent system</a:t>
                      </a:r>
                    </a:p>
                  </a:txBody>
                  <a:tcPr anchor="ctr">
                    <a:lnL>
                      <a:noFill/>
                    </a:lnL>
                    <a:lnR>
                      <a:noFill/>
                    </a:lnR>
                    <a:lnT>
                      <a:noFill/>
                    </a:lnT>
                    <a:lnB>
                      <a:noFill/>
                    </a:lnB>
                    <a:noFill/>
                  </a:tcPr>
                </a:tc>
                <a:extLst>
                  <a:ext uri="{0D108BD9-81ED-4DB2-BD59-A6C34878D82A}">
                    <a16:rowId xmlns:a16="http://schemas.microsoft.com/office/drawing/2014/main" val="2318701980"/>
                  </a:ext>
                </a:extLst>
              </a:tr>
            </a:tbl>
          </a:graphicData>
        </a:graphic>
      </p:graphicFrame>
      <p:cxnSp>
        <p:nvCxnSpPr>
          <p:cNvPr id="9" name="Straight Connector 8">
            <a:extLst>
              <a:ext uri="{FF2B5EF4-FFF2-40B4-BE49-F238E27FC236}">
                <a16:creationId xmlns:a16="http://schemas.microsoft.com/office/drawing/2014/main" id="{FBF1F61A-8B4A-12BF-EBB8-2B9DCF33CBDF}"/>
              </a:ext>
            </a:extLst>
          </p:cNvPr>
          <p:cNvCxnSpPr>
            <a:cxnSpLocks/>
          </p:cNvCxnSpPr>
          <p:nvPr/>
        </p:nvCxnSpPr>
        <p:spPr>
          <a:xfrm flipV="1">
            <a:off x="3163330" y="3571103"/>
            <a:ext cx="12257902"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2C3DBD9-632A-B5AE-D3DA-C35AF14FFE30}"/>
              </a:ext>
            </a:extLst>
          </p:cNvPr>
          <p:cNvCxnSpPr>
            <a:cxnSpLocks/>
          </p:cNvCxnSpPr>
          <p:nvPr/>
        </p:nvCxnSpPr>
        <p:spPr>
          <a:xfrm flipV="1">
            <a:off x="3234233" y="5799438"/>
            <a:ext cx="12257902"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0B95C823-F823-E288-650A-B97F0BDD0EA1}"/>
              </a:ext>
            </a:extLst>
          </p:cNvPr>
          <p:cNvCxnSpPr>
            <a:cxnSpLocks/>
          </p:cNvCxnSpPr>
          <p:nvPr/>
        </p:nvCxnSpPr>
        <p:spPr>
          <a:xfrm flipV="1">
            <a:off x="3234233" y="6787978"/>
            <a:ext cx="12257902"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BEF87177-BEC0-9C22-9AD4-2FE8A569FEB8}"/>
              </a:ext>
            </a:extLst>
          </p:cNvPr>
          <p:cNvCxnSpPr>
            <a:cxnSpLocks/>
          </p:cNvCxnSpPr>
          <p:nvPr/>
        </p:nvCxnSpPr>
        <p:spPr>
          <a:xfrm flipV="1">
            <a:off x="3234233" y="8777417"/>
            <a:ext cx="12257902"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0814F467-FDD0-A563-5F67-968AE3B59FFD}"/>
              </a:ext>
            </a:extLst>
          </p:cNvPr>
          <p:cNvCxnSpPr>
            <a:cxnSpLocks/>
          </p:cNvCxnSpPr>
          <p:nvPr/>
        </p:nvCxnSpPr>
        <p:spPr>
          <a:xfrm>
            <a:off x="5478162" y="3182367"/>
            <a:ext cx="0" cy="6067579"/>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A60442B3-65A0-3EB5-ADB5-016F5427C63C}"/>
              </a:ext>
            </a:extLst>
          </p:cNvPr>
          <p:cNvCxnSpPr>
            <a:cxnSpLocks/>
          </p:cNvCxnSpPr>
          <p:nvPr/>
        </p:nvCxnSpPr>
        <p:spPr>
          <a:xfrm>
            <a:off x="12859265" y="3182366"/>
            <a:ext cx="0" cy="6067581"/>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024C4983-EE8E-E668-6B8E-ADC6C543A08A}"/>
              </a:ext>
            </a:extLst>
          </p:cNvPr>
          <p:cNvCxnSpPr>
            <a:cxnSpLocks/>
          </p:cNvCxnSpPr>
          <p:nvPr/>
        </p:nvCxnSpPr>
        <p:spPr>
          <a:xfrm>
            <a:off x="10462054" y="3182365"/>
            <a:ext cx="0" cy="6067582"/>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4A045D22-427A-4563-BC24-BA607E7B2543}"/>
              </a:ext>
            </a:extLst>
          </p:cNvPr>
          <p:cNvCxnSpPr>
            <a:cxnSpLocks/>
          </p:cNvCxnSpPr>
          <p:nvPr/>
        </p:nvCxnSpPr>
        <p:spPr>
          <a:xfrm>
            <a:off x="7755924" y="3182365"/>
            <a:ext cx="0" cy="6067581"/>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31"/>
          <p:cNvSpPr txBox="1"/>
          <p:nvPr/>
        </p:nvSpPr>
        <p:spPr>
          <a:xfrm>
            <a:off x="723900" y="1048780"/>
            <a:ext cx="16840200" cy="967637"/>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Results &amp; Analysis</a:t>
            </a:r>
            <a:endParaRPr dirty="0"/>
          </a:p>
        </p:txBody>
      </p:sp>
      <p:grpSp>
        <p:nvGrpSpPr>
          <p:cNvPr id="745" name="Google Shape;745;p31"/>
          <p:cNvGrpSpPr/>
          <p:nvPr/>
        </p:nvGrpSpPr>
        <p:grpSpPr>
          <a:xfrm>
            <a:off x="14700250" y="7073900"/>
            <a:ext cx="5946770" cy="5946770"/>
            <a:chOff x="0" y="0"/>
            <a:chExt cx="812800" cy="812800"/>
          </a:xfrm>
        </p:grpSpPr>
        <p:sp>
          <p:nvSpPr>
            <p:cNvPr id="746" name="Google Shape;746;p3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47" name="Google Shape;747;p31"/>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48" name="Google Shape;748;p31"/>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49" name="Google Shape;749;p31"/>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16</a:t>
            </a:fld>
            <a:endParaRPr/>
          </a:p>
        </p:txBody>
      </p:sp>
      <p:sp>
        <p:nvSpPr>
          <p:cNvPr id="751" name="Google Shape;751;p31"/>
          <p:cNvSpPr txBox="1"/>
          <p:nvPr/>
        </p:nvSpPr>
        <p:spPr>
          <a:xfrm>
            <a:off x="1431925" y="240665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pic>
        <p:nvPicPr>
          <p:cNvPr id="753" name="Google Shape;753;p31"/>
          <p:cNvPicPr preferRelativeResize="0"/>
          <p:nvPr/>
        </p:nvPicPr>
        <p:blipFill>
          <a:blip r:embed="rId3">
            <a:alphaModFix/>
          </a:blip>
          <a:srcRect/>
          <a:stretch/>
        </p:blipFill>
        <p:spPr>
          <a:xfrm>
            <a:off x="1158874" y="2868650"/>
            <a:ext cx="7103959" cy="6127069"/>
          </a:xfrm>
          <a:prstGeom prst="rect">
            <a:avLst/>
          </a:prstGeom>
          <a:noFill/>
          <a:ln>
            <a:noFill/>
          </a:ln>
        </p:spPr>
      </p:pic>
      <p:sp>
        <p:nvSpPr>
          <p:cNvPr id="2" name="Google Shape;583;p16">
            <a:extLst>
              <a:ext uri="{FF2B5EF4-FFF2-40B4-BE49-F238E27FC236}">
                <a16:creationId xmlns:a16="http://schemas.microsoft.com/office/drawing/2014/main" id="{FBC17C6E-C839-4128-60B5-077CAEDBB5B3}"/>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pic>
        <p:nvPicPr>
          <p:cNvPr id="4" name="Picture 3">
            <a:extLst>
              <a:ext uri="{FF2B5EF4-FFF2-40B4-BE49-F238E27FC236}">
                <a16:creationId xmlns:a16="http://schemas.microsoft.com/office/drawing/2014/main" id="{58F3CB5B-8641-21D7-C5D9-1429CC362F31}"/>
              </a:ext>
            </a:extLst>
          </p:cNvPr>
          <p:cNvPicPr>
            <a:picLocks noChangeAspect="1"/>
          </p:cNvPicPr>
          <p:nvPr/>
        </p:nvPicPr>
        <p:blipFill>
          <a:blip r:embed="rId4"/>
          <a:stretch>
            <a:fillRect/>
          </a:stretch>
        </p:blipFill>
        <p:spPr>
          <a:xfrm>
            <a:off x="9280525" y="1705232"/>
            <a:ext cx="7239830" cy="743823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30"/>
          <p:cNvSpPr txBox="1"/>
          <p:nvPr/>
        </p:nvSpPr>
        <p:spPr>
          <a:xfrm>
            <a:off x="860425" y="268657"/>
            <a:ext cx="16840200" cy="967637"/>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Results &amp; Analysis </a:t>
            </a:r>
            <a:endParaRPr dirty="0"/>
          </a:p>
        </p:txBody>
      </p:sp>
      <p:grpSp>
        <p:nvGrpSpPr>
          <p:cNvPr id="732" name="Google Shape;732;p30"/>
          <p:cNvGrpSpPr/>
          <p:nvPr/>
        </p:nvGrpSpPr>
        <p:grpSpPr>
          <a:xfrm>
            <a:off x="14700250" y="7073900"/>
            <a:ext cx="5946770" cy="5946770"/>
            <a:chOff x="0" y="0"/>
            <a:chExt cx="812800" cy="812800"/>
          </a:xfrm>
        </p:grpSpPr>
        <p:sp>
          <p:nvSpPr>
            <p:cNvPr id="733" name="Google Shape;733;p3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34" name="Google Shape;734;p30"/>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35" name="Google Shape;735;p30"/>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36" name="Google Shape;736;p30"/>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17</a:t>
            </a:fld>
            <a:endParaRPr/>
          </a:p>
        </p:txBody>
      </p:sp>
      <p:sp>
        <p:nvSpPr>
          <p:cNvPr id="738" name="Google Shape;738;p30"/>
          <p:cNvSpPr txBox="1"/>
          <p:nvPr/>
        </p:nvSpPr>
        <p:spPr>
          <a:xfrm>
            <a:off x="1431925" y="240665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pic>
        <p:nvPicPr>
          <p:cNvPr id="739" name="Google Shape;739;p30"/>
          <p:cNvPicPr preferRelativeResize="0"/>
          <p:nvPr/>
        </p:nvPicPr>
        <p:blipFill>
          <a:blip r:embed="rId3">
            <a:alphaModFix/>
          </a:blip>
          <a:srcRect/>
          <a:stretch/>
        </p:blipFill>
        <p:spPr>
          <a:xfrm>
            <a:off x="8825780" y="407899"/>
            <a:ext cx="7111095" cy="9126752"/>
          </a:xfrm>
          <a:prstGeom prst="rect">
            <a:avLst/>
          </a:prstGeom>
          <a:noFill/>
          <a:ln>
            <a:noFill/>
          </a:ln>
        </p:spPr>
      </p:pic>
      <p:sp>
        <p:nvSpPr>
          <p:cNvPr id="2" name="Google Shape;583;p16">
            <a:extLst>
              <a:ext uri="{FF2B5EF4-FFF2-40B4-BE49-F238E27FC236}">
                <a16:creationId xmlns:a16="http://schemas.microsoft.com/office/drawing/2014/main" id="{162F67F1-4752-24F9-FE7F-BC5BC4A96C2C}"/>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pic>
        <p:nvPicPr>
          <p:cNvPr id="752" name="Google Shape;752;p31"/>
          <p:cNvPicPr preferRelativeResize="0"/>
          <p:nvPr/>
        </p:nvPicPr>
        <p:blipFill>
          <a:blip r:embed="rId4">
            <a:alphaModFix/>
          </a:blip>
          <a:srcRect/>
          <a:stretch/>
        </p:blipFill>
        <p:spPr>
          <a:xfrm>
            <a:off x="728597" y="2538929"/>
            <a:ext cx="7290937" cy="604193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grpSp>
        <p:nvGrpSpPr>
          <p:cNvPr id="758" name="Google Shape;758;p32"/>
          <p:cNvGrpSpPr/>
          <p:nvPr/>
        </p:nvGrpSpPr>
        <p:grpSpPr>
          <a:xfrm>
            <a:off x="-2124075" y="-2346325"/>
            <a:ext cx="4692620" cy="4692620"/>
            <a:chOff x="0" y="0"/>
            <a:chExt cx="812800" cy="812800"/>
          </a:xfrm>
        </p:grpSpPr>
        <p:sp>
          <p:nvSpPr>
            <p:cNvPr id="759" name="Google Shape;759;p3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60" name="Google Shape;760;p3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grpSp>
        <p:nvGrpSpPr>
          <p:cNvPr id="761" name="Google Shape;761;p32"/>
          <p:cNvGrpSpPr/>
          <p:nvPr/>
        </p:nvGrpSpPr>
        <p:grpSpPr>
          <a:xfrm>
            <a:off x="15573375" y="7940675"/>
            <a:ext cx="4692620" cy="4692620"/>
            <a:chOff x="0" y="0"/>
            <a:chExt cx="812800" cy="812800"/>
          </a:xfrm>
        </p:grpSpPr>
        <p:sp>
          <p:nvSpPr>
            <p:cNvPr id="762" name="Google Shape;762;p3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63" name="Google Shape;763;p3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64" name="Google Shape;764;p32"/>
          <p:cNvSpPr txBox="1"/>
          <p:nvPr/>
        </p:nvSpPr>
        <p:spPr>
          <a:xfrm>
            <a:off x="5416550" y="1885950"/>
            <a:ext cx="7455000" cy="879600"/>
          </a:xfrm>
          <a:prstGeom prst="rect">
            <a:avLst/>
          </a:prstGeom>
          <a:noFill/>
          <a:ln>
            <a:noFill/>
          </a:ln>
        </p:spPr>
        <p:txBody>
          <a:bodyPr spcFirstLastPara="1" wrap="square" lIns="0" tIns="0" rIns="0" bIns="0" anchor="t" anchorCtr="0">
            <a:spAutoFit/>
          </a:bodyPr>
          <a:lstStyle/>
          <a:p>
            <a:pPr marL="0" marR="0" lvl="0" indent="0" algn="ctr" rtl="0">
              <a:lnSpc>
                <a:spcPct val="139215"/>
              </a:lnSpc>
              <a:spcBef>
                <a:spcPts val="0"/>
              </a:spcBef>
              <a:spcAft>
                <a:spcPts val="0"/>
              </a:spcAft>
              <a:buClr>
                <a:srgbClr val="FDFDFD"/>
              </a:buClr>
              <a:buSzPts val="5100"/>
              <a:buFont typeface="Open Sans ExtraBold"/>
              <a:buNone/>
            </a:pPr>
            <a:r>
              <a:rPr lang="en-US" sz="5100" b="1" i="0" u="none">
                <a:solidFill>
                  <a:srgbClr val="FDFDFD"/>
                </a:solidFill>
                <a:latin typeface="Open Sans ExtraBold"/>
                <a:ea typeface="Open Sans ExtraBold"/>
                <a:cs typeface="Open Sans ExtraBold"/>
                <a:sym typeface="Open Sans ExtraBold"/>
              </a:rPr>
              <a:t>Concept In Business</a:t>
            </a:r>
            <a:endParaRPr/>
          </a:p>
        </p:txBody>
      </p:sp>
      <p:sp>
        <p:nvSpPr>
          <p:cNvPr id="765" name="Google Shape;765;p32"/>
          <p:cNvSpPr txBox="1"/>
          <p:nvPr/>
        </p:nvSpPr>
        <p:spPr>
          <a:xfrm>
            <a:off x="968375" y="590625"/>
            <a:ext cx="14043000" cy="534900"/>
          </a:xfrm>
          <a:prstGeom prst="rect">
            <a:avLst/>
          </a:prstGeom>
          <a:noFill/>
          <a:ln>
            <a:noFill/>
          </a:ln>
        </p:spPr>
        <p:txBody>
          <a:bodyPr spcFirstLastPara="1" wrap="square" lIns="0" tIns="0" rIns="0" bIns="0" anchor="t" anchorCtr="0">
            <a:spAutoFit/>
          </a:bodyPr>
          <a:lstStyle/>
          <a:p>
            <a:pPr marL="0" marR="0" lvl="0" indent="0" algn="l" rtl="0">
              <a:lnSpc>
                <a:spcPct val="83333"/>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Demonstration/Prototype Showcase</a:t>
            </a:r>
            <a:endParaRPr dirty="0"/>
          </a:p>
        </p:txBody>
      </p:sp>
      <p:sp>
        <p:nvSpPr>
          <p:cNvPr id="766" name="Google Shape;766;p32"/>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67" name="Google Shape;767;p32"/>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18</a:t>
            </a:fld>
            <a:endParaRPr/>
          </a:p>
        </p:txBody>
      </p:sp>
      <p:sp>
        <p:nvSpPr>
          <p:cNvPr id="769" name="Google Shape;769;p32"/>
          <p:cNvSpPr txBox="1"/>
          <p:nvPr/>
        </p:nvSpPr>
        <p:spPr>
          <a:xfrm>
            <a:off x="941400" y="1462010"/>
            <a:ext cx="16405200" cy="784826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al"/>
              <a:buNone/>
            </a:pPr>
            <a:r>
              <a:rPr lang="en-US" sz="2400" b="1" i="0" u="none" dirty="0">
                <a:solidFill>
                  <a:schemeClr val="dk1"/>
                </a:solidFill>
                <a:latin typeface="Arial"/>
                <a:ea typeface="Arial"/>
                <a:cs typeface="Arial"/>
                <a:sym typeface="Arial"/>
              </a:rPr>
              <a:t>Option A - Web Interface/Software-Focused Projects</a:t>
            </a:r>
            <a:endParaRPr dirty="0"/>
          </a:p>
          <a:p>
            <a:pPr marL="0" marR="0" lvl="0" indent="0" algn="just" rtl="0">
              <a:lnSpc>
                <a:spcPct val="100000"/>
              </a:lnSpc>
              <a:spcBef>
                <a:spcPts val="0"/>
              </a:spcBef>
              <a:spcAft>
                <a:spcPts val="0"/>
              </a:spcAft>
              <a:buClr>
                <a:schemeClr val="dk1"/>
              </a:buClr>
              <a:buSzPts val="2400"/>
              <a:buFont typeface="Corbel"/>
              <a:buNone/>
            </a:pPr>
            <a:endParaRPr sz="2400" b="1"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2400"/>
              <a:buFont typeface="Arial"/>
              <a:buNone/>
            </a:pPr>
            <a:r>
              <a:rPr lang="en-US" sz="2400" b="1" i="0" u="none" dirty="0">
                <a:solidFill>
                  <a:schemeClr val="dk1"/>
                </a:solidFill>
                <a:latin typeface="Arial"/>
                <a:ea typeface="Arial"/>
                <a:cs typeface="Arial"/>
                <a:sym typeface="Arial"/>
              </a:rPr>
              <a:t>Visual Demonstration:</a:t>
            </a:r>
            <a:endParaRPr dirty="0"/>
          </a:p>
          <a:p>
            <a:pPr marL="0" marR="0" lvl="0" indent="0" algn="just" rtl="0">
              <a:lnSpc>
                <a:spcPct val="100000"/>
              </a:lnSpc>
              <a:spcBef>
                <a:spcPts val="0"/>
              </a:spcBef>
              <a:spcAft>
                <a:spcPts val="0"/>
              </a:spcAft>
              <a:buClr>
                <a:schemeClr val="dk1"/>
              </a:buClr>
              <a:buSzPts val="2400"/>
              <a:buFont typeface="Corbel"/>
              <a:buNone/>
            </a:pPr>
            <a:endParaRPr sz="2400" b="1" i="0" u="none" dirty="0">
              <a:solidFill>
                <a:schemeClr val="dk1"/>
              </a:solidFill>
              <a:latin typeface="Arial"/>
              <a:ea typeface="Arial"/>
              <a:cs typeface="Arial"/>
              <a:sym typeface="Arial"/>
            </a:endParaRPr>
          </a:p>
          <a:p>
            <a:pPr lvl="0" indent="-152400" algn="just">
              <a:buClr>
                <a:schemeClr val="dk1"/>
              </a:buClr>
              <a:buSzPts val="2400"/>
              <a:buFont typeface="Corbel"/>
              <a:buAutoNum type="arabicPeriod"/>
            </a:pPr>
            <a:r>
              <a:rPr lang="en-IN" sz="2400" dirty="0"/>
              <a:t>Waste Classification Dashboard (image upload + predictions)</a:t>
            </a:r>
            <a:endParaRPr sz="2400" b="0" i="0" u="none" dirty="0">
              <a:solidFill>
                <a:schemeClr val="dk1"/>
              </a:solidFill>
              <a:latin typeface="Arial"/>
              <a:ea typeface="Arial"/>
              <a:cs typeface="Arial"/>
              <a:sym typeface="Arial"/>
            </a:endParaRPr>
          </a:p>
          <a:p>
            <a:pPr lvl="0" indent="-152400" algn="just">
              <a:buClr>
                <a:schemeClr val="dk1"/>
              </a:buClr>
              <a:buSzPts val="2400"/>
              <a:buFont typeface="Corbel"/>
              <a:buAutoNum type="arabicPeriod"/>
            </a:pPr>
            <a:r>
              <a:rPr lang="en-IN" sz="2400" dirty="0"/>
              <a:t>Grad-CAM Visualization outputs</a:t>
            </a:r>
          </a:p>
          <a:p>
            <a:pPr lvl="0" indent="-152400" algn="just">
              <a:buClr>
                <a:schemeClr val="dk1"/>
              </a:buClr>
              <a:buSzPts val="2400"/>
              <a:buFont typeface="Corbel"/>
              <a:buAutoNum type="arabicPeriod"/>
            </a:pPr>
            <a:r>
              <a:rPr lang="en-US" sz="2400" dirty="0"/>
              <a:t>Final Model Analysis Dashboard (graphs &amp; comparisons)</a:t>
            </a:r>
            <a:endParaRPr sz="2400" dirty="0"/>
          </a:p>
          <a:p>
            <a:pPr marL="0" marR="0" lvl="0" indent="0" algn="just" rtl="0">
              <a:lnSpc>
                <a:spcPct val="100000"/>
              </a:lnSpc>
              <a:spcBef>
                <a:spcPts val="0"/>
              </a:spcBef>
              <a:spcAft>
                <a:spcPts val="0"/>
              </a:spcAft>
              <a:buClr>
                <a:schemeClr val="dk1"/>
              </a:buClr>
              <a:buSzPts val="2400"/>
              <a:buFont typeface="Corbel"/>
              <a:buNone/>
            </a:pPr>
            <a:endParaRPr sz="2400" b="0" i="0" u="none" dirty="0">
              <a:solidFill>
                <a:schemeClr val="dk1"/>
              </a:solidFill>
              <a:latin typeface="Arial"/>
              <a:ea typeface="Arial"/>
              <a:cs typeface="Arial"/>
              <a:sym typeface="Arial"/>
            </a:endParaRPr>
          </a:p>
          <a:p>
            <a:pPr marL="0" marR="0" lvl="0" indent="-15240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Functionality Highlight</a:t>
            </a:r>
            <a:endParaRPr dirty="0"/>
          </a:p>
          <a:p>
            <a:pPr marL="0" marR="0" lvl="0" indent="0" algn="just" rtl="0">
              <a:lnSpc>
                <a:spcPct val="100000"/>
              </a:lnSpc>
              <a:spcBef>
                <a:spcPts val="0"/>
              </a:spcBef>
              <a:spcAft>
                <a:spcPts val="0"/>
              </a:spcAft>
              <a:buClr>
                <a:schemeClr val="dk1"/>
              </a:buClr>
              <a:buSzPts val="2400"/>
              <a:buFont typeface="Corbel"/>
              <a:buNone/>
            </a:pPr>
            <a:endParaRPr sz="2400" b="0" i="0" u="none" dirty="0">
              <a:solidFill>
                <a:schemeClr val="dk1"/>
              </a:solidFill>
              <a:latin typeface="Arial"/>
              <a:ea typeface="Arial"/>
              <a:cs typeface="Arial"/>
              <a:sym typeface="Arial"/>
            </a:endParaRPr>
          </a:p>
          <a:p>
            <a:pPr lvl="0" indent="-152400" algn="just">
              <a:buClr>
                <a:schemeClr val="dk1"/>
              </a:buClr>
              <a:buSzPts val="2400"/>
              <a:buFont typeface="Corbel"/>
              <a:buAutoNum type="arabicPeriod"/>
            </a:pPr>
            <a:r>
              <a:rPr lang="en-US" sz="2400" dirty="0"/>
              <a:t>End-to-end pipeline: </a:t>
            </a:r>
            <a:r>
              <a:rPr lang="en-US" sz="2400" b="1" dirty="0"/>
              <a:t>Classification → Prediction → Optimization → Analysis</a:t>
            </a:r>
            <a:endParaRPr dirty="0"/>
          </a:p>
          <a:p>
            <a:pPr lvl="0" indent="-152400" algn="just">
              <a:buClr>
                <a:schemeClr val="dk1"/>
              </a:buClr>
              <a:buSzPts val="2400"/>
              <a:buFont typeface="Corbel"/>
              <a:buAutoNum type="arabicPeriod"/>
            </a:pPr>
            <a:r>
              <a:rPr lang="en-US" sz="2400" dirty="0"/>
              <a:t>Deep Learning (ResNet50) for accurate waste classification</a:t>
            </a:r>
          </a:p>
          <a:p>
            <a:pPr lvl="0" indent="-152400" algn="just">
              <a:buClr>
                <a:schemeClr val="dk1"/>
              </a:buClr>
              <a:buSzPts val="2400"/>
              <a:buFont typeface="Corbel"/>
              <a:buAutoNum type="arabicPeriod"/>
            </a:pPr>
            <a:r>
              <a:rPr lang="en-US" sz="2400" dirty="0"/>
              <a:t>Machine Learning (Random Forest) for waste prediction</a:t>
            </a:r>
          </a:p>
          <a:p>
            <a:pPr lvl="0" indent="-152400" algn="just">
              <a:buClr>
                <a:schemeClr val="dk1"/>
              </a:buClr>
              <a:buSzPts val="2400"/>
              <a:buFont typeface="Corbel"/>
              <a:buAutoNum type="arabicPeriod"/>
            </a:pPr>
            <a:r>
              <a:rPr lang="en-US" sz="2400" dirty="0"/>
              <a:t>Reinforcement Learning (PPO) for optimal routing &amp; resource allocation</a:t>
            </a:r>
          </a:p>
          <a:p>
            <a:pPr lvl="0" indent="-152400" algn="just">
              <a:buClr>
                <a:schemeClr val="dk1"/>
              </a:buClr>
              <a:buSzPts val="2400"/>
              <a:buFont typeface="Corbel"/>
              <a:buAutoNum type="arabicPeriod"/>
            </a:pPr>
            <a:r>
              <a:rPr lang="en-US" sz="2400" i="0" u="none" dirty="0">
                <a:solidFill>
                  <a:schemeClr val="dk1"/>
                </a:solidFill>
                <a:latin typeface="Arial"/>
                <a:ea typeface="Arial"/>
                <a:cs typeface="Arial"/>
                <a:sym typeface="Arial"/>
              </a:rPr>
              <a:t>Example: </a:t>
            </a:r>
            <a:r>
              <a:rPr lang="en-US" sz="2400" dirty="0"/>
              <a:t>Interactive dashboard with visual outputs (charts, metrics, insights)</a:t>
            </a:r>
          </a:p>
          <a:p>
            <a:pPr lvl="0" indent="-152400" algn="just">
              <a:buClr>
                <a:schemeClr val="dk1"/>
              </a:buClr>
              <a:buSzPts val="2400"/>
              <a:buFont typeface="Corbel"/>
              <a:buAutoNum type="arabicPeriod"/>
            </a:pPr>
            <a:endParaRPr sz="2400" b="0" i="0" u="none" dirty="0">
              <a:solidFill>
                <a:schemeClr val="dk1"/>
              </a:solidFill>
              <a:latin typeface="Arial"/>
              <a:ea typeface="Arial"/>
              <a:cs typeface="Arial"/>
              <a:sym typeface="Arial"/>
            </a:endParaRPr>
          </a:p>
          <a:p>
            <a:pPr marL="0" marR="0" lvl="0" indent="-15240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User Experience (UX) Considerations:</a:t>
            </a:r>
            <a:endParaRPr dirty="0"/>
          </a:p>
          <a:p>
            <a:pPr lvl="0" indent="-152400" algn="just">
              <a:buClr>
                <a:schemeClr val="dk1"/>
              </a:buClr>
              <a:buSzPts val="2400"/>
              <a:buFont typeface="Corbel"/>
              <a:buAutoNum type="arabicPeriod"/>
            </a:pPr>
            <a:r>
              <a:rPr lang="en-US" sz="2400" dirty="0"/>
              <a:t>Clean and intuitive interface for easy navigation</a:t>
            </a:r>
            <a:endParaRPr dirty="0"/>
          </a:p>
          <a:p>
            <a:pPr lvl="0" indent="-152400" algn="just">
              <a:buClr>
                <a:schemeClr val="dk1"/>
              </a:buClr>
              <a:buSzPts val="2400"/>
              <a:buFont typeface="Corbel"/>
              <a:buAutoNum type="arabicPeriod"/>
            </a:pPr>
            <a:r>
              <a:rPr lang="en-US" sz="2400" dirty="0"/>
              <a:t>Step-by-step workflow (Classify → Optimize → Analyze)</a:t>
            </a:r>
          </a:p>
          <a:p>
            <a:pPr lvl="0" indent="-152400" algn="just">
              <a:buClr>
                <a:schemeClr val="dk1"/>
              </a:buClr>
              <a:buSzPts val="2400"/>
              <a:buFont typeface="Corbel"/>
              <a:buAutoNum type="arabicPeriod"/>
            </a:pPr>
            <a:r>
              <a:rPr lang="en-US" sz="2400" dirty="0"/>
              <a:t>Visual dashboards for quick understanding of results</a:t>
            </a:r>
          </a:p>
          <a:p>
            <a:pPr lvl="0" indent="-152400" algn="just">
              <a:buClr>
                <a:schemeClr val="dk1"/>
              </a:buClr>
              <a:buSzPts val="2400"/>
              <a:buFont typeface="Corbel"/>
              <a:buAutoNum type="arabicPeriod"/>
            </a:pPr>
            <a:r>
              <a:rPr lang="en-US" sz="2400" dirty="0"/>
              <a:t>Designed for non-technical users with minimal input complexity</a:t>
            </a:r>
            <a:endParaRPr sz="2400" dirty="0"/>
          </a:p>
        </p:txBody>
      </p:sp>
      <p:sp>
        <p:nvSpPr>
          <p:cNvPr id="2" name="Google Shape;583;p16">
            <a:extLst>
              <a:ext uri="{FF2B5EF4-FFF2-40B4-BE49-F238E27FC236}">
                <a16:creationId xmlns:a16="http://schemas.microsoft.com/office/drawing/2014/main" id="{FB55F5A1-FCA1-1CCC-6CB8-B3D919D2E229}"/>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grpSp>
        <p:nvGrpSpPr>
          <p:cNvPr id="806" name="Google Shape;806;p35"/>
          <p:cNvGrpSpPr/>
          <p:nvPr/>
        </p:nvGrpSpPr>
        <p:grpSpPr>
          <a:xfrm>
            <a:off x="-2124075" y="-2346325"/>
            <a:ext cx="4692620" cy="4692620"/>
            <a:chOff x="0" y="0"/>
            <a:chExt cx="812800" cy="812800"/>
          </a:xfrm>
        </p:grpSpPr>
        <p:sp>
          <p:nvSpPr>
            <p:cNvPr id="807" name="Google Shape;807;p3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08" name="Google Shape;808;p35"/>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grpSp>
        <p:nvGrpSpPr>
          <p:cNvPr id="809" name="Google Shape;809;p35"/>
          <p:cNvGrpSpPr/>
          <p:nvPr/>
        </p:nvGrpSpPr>
        <p:grpSpPr>
          <a:xfrm>
            <a:off x="15573375" y="7940675"/>
            <a:ext cx="4692620" cy="4692620"/>
            <a:chOff x="0" y="0"/>
            <a:chExt cx="812800" cy="812800"/>
          </a:xfrm>
        </p:grpSpPr>
        <p:sp>
          <p:nvSpPr>
            <p:cNvPr id="810" name="Google Shape;810;p3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11" name="Google Shape;811;p35"/>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12" name="Google Shape;812;p35"/>
          <p:cNvSpPr txBox="1"/>
          <p:nvPr/>
        </p:nvSpPr>
        <p:spPr>
          <a:xfrm>
            <a:off x="5416550" y="1885950"/>
            <a:ext cx="7455000" cy="879600"/>
          </a:xfrm>
          <a:prstGeom prst="rect">
            <a:avLst/>
          </a:prstGeom>
          <a:noFill/>
          <a:ln>
            <a:noFill/>
          </a:ln>
        </p:spPr>
        <p:txBody>
          <a:bodyPr spcFirstLastPara="1" wrap="square" lIns="0" tIns="0" rIns="0" bIns="0" anchor="t" anchorCtr="0">
            <a:spAutoFit/>
          </a:bodyPr>
          <a:lstStyle/>
          <a:p>
            <a:pPr marL="0" marR="0" lvl="0" indent="0" algn="ctr" rtl="0">
              <a:lnSpc>
                <a:spcPct val="139215"/>
              </a:lnSpc>
              <a:spcBef>
                <a:spcPts val="0"/>
              </a:spcBef>
              <a:spcAft>
                <a:spcPts val="0"/>
              </a:spcAft>
              <a:buClr>
                <a:srgbClr val="FDFDFD"/>
              </a:buClr>
              <a:buSzPts val="5100"/>
              <a:buFont typeface="Open Sans ExtraBold"/>
              <a:buNone/>
            </a:pPr>
            <a:r>
              <a:rPr lang="en-US" sz="5100" b="1" i="0" u="none">
                <a:solidFill>
                  <a:srgbClr val="FDFDFD"/>
                </a:solidFill>
                <a:latin typeface="Open Sans ExtraBold"/>
                <a:ea typeface="Open Sans ExtraBold"/>
                <a:cs typeface="Open Sans ExtraBold"/>
                <a:sym typeface="Open Sans ExtraBold"/>
              </a:rPr>
              <a:t>Concept In Business</a:t>
            </a:r>
            <a:endParaRPr/>
          </a:p>
        </p:txBody>
      </p:sp>
      <p:sp>
        <p:nvSpPr>
          <p:cNvPr id="813" name="Google Shape;813;p35"/>
          <p:cNvSpPr txBox="1"/>
          <p:nvPr/>
        </p:nvSpPr>
        <p:spPr>
          <a:xfrm>
            <a:off x="881878" y="630710"/>
            <a:ext cx="14043000" cy="534900"/>
          </a:xfrm>
          <a:prstGeom prst="rect">
            <a:avLst/>
          </a:prstGeom>
          <a:noFill/>
          <a:ln>
            <a:noFill/>
          </a:ln>
        </p:spPr>
        <p:txBody>
          <a:bodyPr spcFirstLastPara="1" wrap="square" lIns="0" tIns="0" rIns="0" bIns="0" anchor="t" anchorCtr="0">
            <a:spAutoFit/>
          </a:bodyPr>
          <a:lstStyle/>
          <a:p>
            <a:pPr marL="0" marR="0" lvl="0" indent="0" algn="l" rtl="0">
              <a:lnSpc>
                <a:spcPct val="83333"/>
              </a:lnSpc>
              <a:spcBef>
                <a:spcPts val="0"/>
              </a:spcBef>
              <a:spcAft>
                <a:spcPts val="0"/>
              </a:spcAft>
              <a:buClr>
                <a:schemeClr val="dk1"/>
              </a:buClr>
              <a:buSzPts val="4800"/>
              <a:buFont typeface="Arial"/>
              <a:buNone/>
            </a:pPr>
            <a:r>
              <a:rPr lang="en-US" sz="4800" b="1" i="0" u="none" dirty="0">
                <a:solidFill>
                  <a:schemeClr val="dk1"/>
                </a:solidFill>
                <a:latin typeface="Arial"/>
                <a:ea typeface="Arial"/>
                <a:cs typeface="Arial"/>
                <a:sym typeface="Arial"/>
              </a:rPr>
              <a:t>Demonstration/Prototype Showcase</a:t>
            </a:r>
            <a:endParaRPr dirty="0"/>
          </a:p>
        </p:txBody>
      </p:sp>
      <p:sp>
        <p:nvSpPr>
          <p:cNvPr id="814" name="Google Shape;814;p35"/>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15" name="Google Shape;815;p35"/>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19</a:t>
            </a:fld>
            <a:endParaRPr/>
          </a:p>
        </p:txBody>
      </p:sp>
      <p:sp>
        <p:nvSpPr>
          <p:cNvPr id="817" name="Google Shape;817;p35"/>
          <p:cNvSpPr txBox="1"/>
          <p:nvPr/>
        </p:nvSpPr>
        <p:spPr>
          <a:xfrm>
            <a:off x="694550" y="1446419"/>
            <a:ext cx="16405200" cy="784826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al"/>
              <a:buNone/>
            </a:pPr>
            <a:r>
              <a:rPr lang="en-US" sz="2400" b="1" i="0" u="none" dirty="0">
                <a:solidFill>
                  <a:schemeClr val="dk1"/>
                </a:solidFill>
                <a:latin typeface="Arial"/>
                <a:ea typeface="Arial"/>
                <a:cs typeface="Arial"/>
                <a:sym typeface="Arial"/>
              </a:rPr>
              <a:t>General Considerations for Both Options:</a:t>
            </a:r>
            <a:endParaRPr dirty="0"/>
          </a:p>
          <a:p>
            <a:pPr marL="0" marR="0" lvl="0" indent="0" algn="just" rtl="0">
              <a:lnSpc>
                <a:spcPct val="100000"/>
              </a:lnSpc>
              <a:spcBef>
                <a:spcPts val="0"/>
              </a:spcBef>
              <a:spcAft>
                <a:spcPts val="0"/>
              </a:spcAft>
              <a:buClr>
                <a:schemeClr val="dk1"/>
              </a:buClr>
              <a:buSzPts val="2400"/>
              <a:buFont typeface="Corbel"/>
              <a:buNone/>
            </a:pPr>
            <a:endParaRPr sz="2400" b="1" i="0" u="none" dirty="0">
              <a:solidFill>
                <a:schemeClr val="dk1"/>
              </a:solidFill>
              <a:latin typeface="Arial"/>
              <a:ea typeface="Arial"/>
              <a:cs typeface="Arial"/>
              <a:sym typeface="Arial"/>
            </a:endParaRPr>
          </a:p>
          <a:p>
            <a:pPr lvl="0" indent="-152400" algn="just">
              <a:buClr>
                <a:schemeClr val="dk1"/>
              </a:buClr>
              <a:buSzPts val="2400"/>
              <a:buFont typeface="Arial"/>
              <a:buChar char="•"/>
            </a:pPr>
            <a:r>
              <a:rPr lang="en-US" sz="2400" b="1" i="0" u="none" dirty="0">
                <a:solidFill>
                  <a:schemeClr val="dk1"/>
                </a:solidFill>
                <a:latin typeface="Arial"/>
                <a:ea typeface="Arial"/>
                <a:cs typeface="Arial"/>
                <a:sym typeface="Arial"/>
              </a:rPr>
              <a:t>Clarity and Simplicity:</a:t>
            </a:r>
            <a:r>
              <a:rPr lang="en-US" sz="2400" b="0" i="0" u="none" dirty="0">
                <a:solidFill>
                  <a:schemeClr val="dk1"/>
                </a:solidFill>
                <a:latin typeface="Arial"/>
                <a:ea typeface="Arial"/>
                <a:cs typeface="Arial"/>
                <a:sym typeface="Arial"/>
              </a:rPr>
              <a:t> </a:t>
            </a:r>
            <a:r>
              <a:rPr lang="en-US" sz="2400" dirty="0"/>
              <a:t>The system demonstration is presented through an intuitive web dashboard, using clear visual outputs such as classification results, confidence scores, Grad-CAM heatmaps, and optimization charts</a:t>
            </a:r>
          </a:p>
          <a:p>
            <a:pPr lvl="0" indent="-152400" algn="just">
              <a:buClr>
                <a:schemeClr val="dk1"/>
              </a:buClr>
              <a:buSzPts val="2400"/>
              <a:buFont typeface="Arial"/>
              <a:buChar char="•"/>
            </a:pPr>
            <a:endParaRPr sz="2400" b="0" i="0" u="none" dirty="0">
              <a:solidFill>
                <a:schemeClr val="dk1"/>
              </a:solidFill>
              <a:latin typeface="Arial"/>
              <a:ea typeface="Arial"/>
              <a:cs typeface="Arial"/>
              <a:sym typeface="Arial"/>
            </a:endParaRPr>
          </a:p>
          <a:p>
            <a:pPr lvl="0" indent="-152400" algn="just">
              <a:buClr>
                <a:schemeClr val="dk1"/>
              </a:buClr>
              <a:buSzPts val="2400"/>
              <a:buFont typeface="Arial"/>
              <a:buChar char="•"/>
            </a:pPr>
            <a:r>
              <a:rPr lang="en-US" sz="2400" b="1" i="0" u="none" dirty="0">
                <a:solidFill>
                  <a:schemeClr val="dk1"/>
                </a:solidFill>
                <a:latin typeface="Arial"/>
                <a:ea typeface="Arial"/>
                <a:cs typeface="Arial"/>
                <a:sym typeface="Arial"/>
              </a:rPr>
              <a:t>Focus on Key Features:</a:t>
            </a:r>
            <a:r>
              <a:rPr lang="en-US" sz="2400" b="0" i="0" u="none" dirty="0">
                <a:solidFill>
                  <a:schemeClr val="dk1"/>
                </a:solidFill>
                <a:latin typeface="Arial"/>
                <a:ea typeface="Arial"/>
                <a:cs typeface="Arial"/>
                <a:sym typeface="Arial"/>
              </a:rPr>
              <a:t> </a:t>
            </a:r>
            <a:r>
              <a:rPr lang="en-US" sz="2400" dirty="0"/>
              <a:t>The demonstration highlights the core pipeline of the system including waste classification using ResNet50, waste prediction using Machine Learning (Random Forest), and resource optimization using Reinforcement Learning (PPO) along with visual analytics.</a:t>
            </a:r>
          </a:p>
          <a:p>
            <a:pPr lvl="0" indent="-152400" algn="just">
              <a:buClr>
                <a:schemeClr val="dk1"/>
              </a:buClr>
              <a:buSzPts val="2400"/>
              <a:buFont typeface="Arial"/>
              <a:buChar char="•"/>
            </a:pPr>
            <a:endParaRPr sz="2400" b="0" i="0" u="none" dirty="0">
              <a:solidFill>
                <a:schemeClr val="dk1"/>
              </a:solidFill>
              <a:latin typeface="Arial"/>
              <a:ea typeface="Arial"/>
              <a:cs typeface="Arial"/>
              <a:sym typeface="Arial"/>
            </a:endParaRPr>
          </a:p>
          <a:p>
            <a:pPr lvl="0" indent="-152400" algn="just">
              <a:buClr>
                <a:schemeClr val="dk1"/>
              </a:buClr>
              <a:buSzPts val="2400"/>
              <a:buFont typeface="Arial"/>
              <a:buChar char="•"/>
            </a:pPr>
            <a:r>
              <a:rPr lang="en-US" sz="2400" b="1" i="0" u="none" dirty="0">
                <a:solidFill>
                  <a:schemeClr val="dk1"/>
                </a:solidFill>
                <a:latin typeface="Arial"/>
                <a:ea typeface="Arial"/>
                <a:cs typeface="Arial"/>
                <a:sym typeface="Arial"/>
              </a:rPr>
              <a:t>Relevance to Project Goals:</a:t>
            </a:r>
            <a:r>
              <a:rPr lang="en-US" sz="2400" b="0" i="0" u="none" dirty="0">
                <a:solidFill>
                  <a:schemeClr val="dk1"/>
                </a:solidFill>
                <a:latin typeface="Arial"/>
                <a:ea typeface="Arial"/>
                <a:cs typeface="Arial"/>
                <a:sym typeface="Arial"/>
              </a:rPr>
              <a:t> </a:t>
            </a:r>
            <a:r>
              <a:rPr lang="en-US" sz="2400" dirty="0"/>
              <a:t>The prototype aligns with the goal of building a </a:t>
            </a:r>
            <a:r>
              <a:rPr lang="en-US" sz="2400" b="1" dirty="0"/>
              <a:t>smart waste management system</a:t>
            </a:r>
            <a:r>
              <a:rPr lang="en-US" sz="2400" dirty="0"/>
              <a:t>, improving recycling efficiency, reducing landfill waste, and enabling data-driven decision-making for sustainable urban environments.</a:t>
            </a:r>
          </a:p>
          <a:p>
            <a:pPr lvl="0" indent="-152400" algn="just">
              <a:buClr>
                <a:schemeClr val="dk1"/>
              </a:buClr>
              <a:buSzPts val="2400"/>
              <a:buFont typeface="Arial"/>
              <a:buChar char="•"/>
            </a:pPr>
            <a:endParaRPr sz="2400" b="0" i="0" u="none" dirty="0">
              <a:solidFill>
                <a:schemeClr val="dk1"/>
              </a:solidFill>
              <a:latin typeface="Arial"/>
              <a:ea typeface="Arial"/>
              <a:cs typeface="Arial"/>
              <a:sym typeface="Arial"/>
            </a:endParaRPr>
          </a:p>
          <a:p>
            <a:pPr lvl="0" indent="-152400" algn="just">
              <a:buClr>
                <a:schemeClr val="dk1"/>
              </a:buClr>
              <a:buSzPts val="2400"/>
              <a:buFont typeface="Arial"/>
              <a:buChar char="•"/>
            </a:pPr>
            <a:r>
              <a:rPr lang="en-US" sz="2400" b="1" i="0" u="none" dirty="0">
                <a:solidFill>
                  <a:schemeClr val="dk1"/>
                </a:solidFill>
                <a:latin typeface="Arial"/>
                <a:ea typeface="Arial"/>
                <a:cs typeface="Arial"/>
                <a:sym typeface="Arial"/>
              </a:rPr>
              <a:t>Technical Details (as needed):</a:t>
            </a:r>
            <a:r>
              <a:rPr lang="en-US" sz="2400" b="0" i="0" u="none" dirty="0">
                <a:solidFill>
                  <a:schemeClr val="dk1"/>
                </a:solidFill>
                <a:latin typeface="Arial"/>
                <a:ea typeface="Arial"/>
                <a:cs typeface="Arial"/>
                <a:sym typeface="Arial"/>
              </a:rPr>
              <a:t> </a:t>
            </a:r>
            <a:r>
              <a:rPr lang="en-US" sz="2400" dirty="0"/>
              <a:t>The system integrates Deep Learning (Transfer Learning with ResNet50) for classification, Machine Learning models for forecasting waste generation, and Reinforcement Learning (PPO) for optimizing routing and resource allocation, all deployed through a Flask-based web application.</a:t>
            </a:r>
          </a:p>
          <a:p>
            <a:pPr lvl="0" indent="-152400" algn="just">
              <a:buClr>
                <a:schemeClr val="dk1"/>
              </a:buClr>
              <a:buSzPts val="2400"/>
              <a:buFont typeface="Arial"/>
              <a:buChar char="•"/>
            </a:pPr>
            <a:endParaRPr sz="2400" b="0" i="0" u="none" dirty="0">
              <a:solidFill>
                <a:schemeClr val="dk1"/>
              </a:solidFill>
              <a:latin typeface="Arial"/>
              <a:ea typeface="Arial"/>
              <a:cs typeface="Arial"/>
              <a:sym typeface="Arial"/>
            </a:endParaRPr>
          </a:p>
          <a:p>
            <a:pPr marL="0" marR="0" lvl="0" indent="-15240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Addressing Potential Questions:</a:t>
            </a:r>
            <a:r>
              <a:rPr lang="en-US" sz="2400" b="1" dirty="0">
                <a:solidFill>
                  <a:schemeClr val="dk1"/>
                </a:solidFill>
              </a:rPr>
              <a:t> </a:t>
            </a:r>
            <a:r>
              <a:rPr lang="en-US" sz="2400" dirty="0">
                <a:solidFill>
                  <a:schemeClr val="dk1"/>
                </a:solidFill>
              </a:rPr>
              <a:t>c</a:t>
            </a:r>
            <a:r>
              <a:rPr lang="en-US" sz="2400" dirty="0"/>
              <a:t>ommon queries are addressed such as:</a:t>
            </a:r>
            <a:endParaRPr lang="en-US" sz="2400" b="1" i="0" u="none" dirty="0">
              <a:solidFill>
                <a:schemeClr val="dk1"/>
              </a:solidFill>
              <a:latin typeface="Arial"/>
              <a:ea typeface="Arial"/>
              <a:cs typeface="Arial"/>
              <a:sym typeface="Arial"/>
            </a:endParaRPr>
          </a:p>
          <a:p>
            <a:pPr lvl="0" indent="-152400" algn="just">
              <a:buClr>
                <a:schemeClr val="dk1"/>
              </a:buClr>
              <a:buSzPts val="2400"/>
              <a:buFont typeface="Arial"/>
              <a:buChar char="•"/>
            </a:pPr>
            <a:r>
              <a:rPr lang="en-US" sz="2400" dirty="0"/>
              <a:t>How is waste classified? → Using ResNet50 Transfer Learning</a:t>
            </a:r>
          </a:p>
          <a:p>
            <a:pPr lvl="0" indent="-152400" algn="just">
              <a:buClr>
                <a:schemeClr val="dk1"/>
              </a:buClr>
              <a:buSzPts val="2400"/>
              <a:buFont typeface="Arial"/>
              <a:buChar char="•"/>
            </a:pPr>
            <a:r>
              <a:rPr lang="en-US" sz="2400" dirty="0"/>
              <a:t>How is prediction performed? → Using ML model (Random Forest)</a:t>
            </a:r>
          </a:p>
          <a:p>
            <a:pPr lvl="0" indent="-152400" algn="just">
              <a:buClr>
                <a:schemeClr val="dk1"/>
              </a:buClr>
              <a:buSzPts val="2400"/>
              <a:buFont typeface="Arial"/>
              <a:buChar char="•"/>
            </a:pPr>
            <a:r>
              <a:rPr lang="en-US" sz="2400" dirty="0"/>
              <a:t>How is optimization achieved? → Using PPO-based Reinforcement Learning</a:t>
            </a:r>
            <a:endParaRPr lang="en-US" sz="2400" b="1" i="0" u="none" dirty="0">
              <a:solidFill>
                <a:schemeClr val="dk1"/>
              </a:solidFill>
              <a:latin typeface="Arial"/>
              <a:ea typeface="Arial"/>
              <a:cs typeface="Arial"/>
              <a:sym typeface="Arial"/>
            </a:endParaRPr>
          </a:p>
        </p:txBody>
      </p:sp>
      <p:sp>
        <p:nvSpPr>
          <p:cNvPr id="2" name="Google Shape;583;p16">
            <a:extLst>
              <a:ext uri="{FF2B5EF4-FFF2-40B4-BE49-F238E27FC236}">
                <a16:creationId xmlns:a16="http://schemas.microsoft.com/office/drawing/2014/main" id="{81B943F0-A20D-0965-37F9-D5720C74718C}"/>
              </a:ext>
            </a:extLst>
          </p:cNvPr>
          <p:cNvSpPr txBox="1"/>
          <p:nvPr/>
        </p:nvSpPr>
        <p:spPr>
          <a:xfrm>
            <a:off x="5296363" y="9628913"/>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grpSp>
        <p:nvGrpSpPr>
          <p:cNvPr id="774" name="Google Shape;774;p33"/>
          <p:cNvGrpSpPr/>
          <p:nvPr/>
        </p:nvGrpSpPr>
        <p:grpSpPr>
          <a:xfrm>
            <a:off x="-2124075" y="-2346325"/>
            <a:ext cx="4692620" cy="4692620"/>
            <a:chOff x="0" y="0"/>
            <a:chExt cx="812800" cy="812800"/>
          </a:xfrm>
        </p:grpSpPr>
        <p:sp>
          <p:nvSpPr>
            <p:cNvPr id="775" name="Google Shape;775;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76" name="Google Shape;776;p33"/>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grpSp>
        <p:nvGrpSpPr>
          <p:cNvPr id="777" name="Google Shape;777;p33"/>
          <p:cNvGrpSpPr/>
          <p:nvPr/>
        </p:nvGrpSpPr>
        <p:grpSpPr>
          <a:xfrm>
            <a:off x="15573375" y="7940675"/>
            <a:ext cx="4692620" cy="4692620"/>
            <a:chOff x="0" y="0"/>
            <a:chExt cx="812800" cy="812800"/>
          </a:xfrm>
        </p:grpSpPr>
        <p:sp>
          <p:nvSpPr>
            <p:cNvPr id="778" name="Google Shape;778;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779" name="Google Shape;779;p33"/>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780" name="Google Shape;780;p33"/>
          <p:cNvSpPr txBox="1"/>
          <p:nvPr/>
        </p:nvSpPr>
        <p:spPr>
          <a:xfrm>
            <a:off x="5416550" y="1885950"/>
            <a:ext cx="7455000" cy="879600"/>
          </a:xfrm>
          <a:prstGeom prst="rect">
            <a:avLst/>
          </a:prstGeom>
          <a:noFill/>
          <a:ln>
            <a:noFill/>
          </a:ln>
        </p:spPr>
        <p:txBody>
          <a:bodyPr spcFirstLastPara="1" wrap="square" lIns="0" tIns="0" rIns="0" bIns="0" anchor="t" anchorCtr="0">
            <a:spAutoFit/>
          </a:bodyPr>
          <a:lstStyle/>
          <a:p>
            <a:pPr marL="0" marR="0" lvl="0" indent="0" algn="ctr" rtl="0">
              <a:lnSpc>
                <a:spcPct val="139215"/>
              </a:lnSpc>
              <a:spcBef>
                <a:spcPts val="0"/>
              </a:spcBef>
              <a:spcAft>
                <a:spcPts val="0"/>
              </a:spcAft>
              <a:buClr>
                <a:srgbClr val="FDFDFD"/>
              </a:buClr>
              <a:buSzPts val="5100"/>
              <a:buFont typeface="Open Sans ExtraBold"/>
              <a:buNone/>
            </a:pPr>
            <a:r>
              <a:rPr lang="en-US" sz="5100" b="1" i="0" u="none">
                <a:solidFill>
                  <a:srgbClr val="FDFDFD"/>
                </a:solidFill>
                <a:latin typeface="Open Sans ExtraBold"/>
                <a:ea typeface="Open Sans ExtraBold"/>
                <a:cs typeface="Open Sans ExtraBold"/>
                <a:sym typeface="Open Sans ExtraBold"/>
              </a:rPr>
              <a:t>Concept In Business</a:t>
            </a:r>
            <a:endParaRPr/>
          </a:p>
        </p:txBody>
      </p:sp>
      <p:sp>
        <p:nvSpPr>
          <p:cNvPr id="781" name="Google Shape;781;p33"/>
          <p:cNvSpPr txBox="1"/>
          <p:nvPr/>
        </p:nvSpPr>
        <p:spPr>
          <a:xfrm>
            <a:off x="968375" y="707140"/>
            <a:ext cx="14043000" cy="738300"/>
          </a:xfrm>
          <a:prstGeom prst="rect">
            <a:avLst/>
          </a:prstGeom>
          <a:noFill/>
          <a:ln>
            <a:noFill/>
          </a:ln>
        </p:spPr>
        <p:txBody>
          <a:bodyPr spcFirstLastPara="1" wrap="square" lIns="0" tIns="0" rIns="0" bIns="0" anchor="t" anchorCtr="0">
            <a:spAutoFit/>
          </a:bodyPr>
          <a:lstStyle/>
          <a:p>
            <a:pPr marL="0" marR="0" lvl="0" indent="-304800" algn="l" rtl="0">
              <a:lnSpc>
                <a:spcPct val="100000"/>
              </a:lnSpc>
              <a:spcBef>
                <a:spcPts val="0"/>
              </a:spcBef>
              <a:spcAft>
                <a:spcPts val="0"/>
              </a:spcAft>
              <a:buClr>
                <a:schemeClr val="dk1"/>
              </a:buClr>
              <a:buSzPts val="4800"/>
              <a:buFont typeface="Arial"/>
              <a:buChar char="•"/>
            </a:pPr>
            <a:r>
              <a:rPr lang="en-US" sz="4800" b="1" i="0" u="none" dirty="0">
                <a:solidFill>
                  <a:schemeClr val="dk1"/>
                </a:solidFill>
                <a:latin typeface="Arial"/>
                <a:ea typeface="Arial"/>
                <a:cs typeface="Arial"/>
                <a:sym typeface="Arial"/>
              </a:rPr>
              <a:t>Sustainable Development Goals(SDG)</a:t>
            </a:r>
            <a:endParaRPr dirty="0"/>
          </a:p>
        </p:txBody>
      </p:sp>
      <p:sp>
        <p:nvSpPr>
          <p:cNvPr id="782" name="Google Shape;782;p33"/>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783" name="Google Shape;783;p33"/>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20</a:t>
            </a:fld>
            <a:endParaRPr/>
          </a:p>
        </p:txBody>
      </p:sp>
      <p:sp>
        <p:nvSpPr>
          <p:cNvPr id="785" name="Google Shape;785;p33"/>
          <p:cNvSpPr txBox="1"/>
          <p:nvPr/>
        </p:nvSpPr>
        <p:spPr>
          <a:xfrm>
            <a:off x="968375" y="1935183"/>
            <a:ext cx="16405200" cy="7109598"/>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Alignment with SDGs</a:t>
            </a:r>
            <a:endParaRPr lang="en-US" sz="2400" b="1" dirty="0">
              <a:solidFill>
                <a:schemeClr val="dk1"/>
              </a:solidFill>
            </a:endParaRPr>
          </a:p>
          <a:p>
            <a:pPr algn="just">
              <a:buClr>
                <a:schemeClr val="dk1"/>
              </a:buClr>
              <a:buSzPts val="2400"/>
            </a:pPr>
            <a:r>
              <a:rPr lang="en-US" sz="2400" dirty="0"/>
              <a:t>    Supports SDG 11 (Sustainable Cities) through smart waste </a:t>
            </a:r>
            <a:r>
              <a:rPr lang="en-IN" sz="2400" dirty="0"/>
              <a:t>management</a:t>
            </a:r>
            <a:r>
              <a:rPr lang="en-IN" sz="2400" i="0" u="none" dirty="0">
                <a:solidFill>
                  <a:schemeClr val="dk1"/>
                </a:solidFill>
                <a:latin typeface="Arial"/>
                <a:ea typeface="Arial"/>
                <a:cs typeface="Arial"/>
                <a:sym typeface="Arial"/>
              </a:rPr>
              <a:t>    </a:t>
            </a:r>
          </a:p>
          <a:p>
            <a:pPr algn="just">
              <a:buClr>
                <a:schemeClr val="dk1"/>
              </a:buClr>
              <a:buSzPts val="2400"/>
            </a:pPr>
            <a:r>
              <a:rPr lang="en-US" sz="2400" dirty="0"/>
              <a:t>    Contributes to SDG 12 (Responsible Consumption) via waste segregation</a:t>
            </a:r>
          </a:p>
          <a:p>
            <a:pPr algn="just">
              <a:buClr>
                <a:schemeClr val="dk1"/>
              </a:buClr>
              <a:buSzPts val="2400"/>
            </a:pPr>
            <a:r>
              <a:rPr lang="en-US" sz="2400" dirty="0"/>
              <a:t>    Promotes SDG 13 (Climate Action) by reducing landfill and emissions</a:t>
            </a:r>
          </a:p>
          <a:p>
            <a:pPr algn="just">
              <a:buClr>
                <a:schemeClr val="dk1"/>
              </a:buClr>
              <a:buSzPts val="2400"/>
            </a:pPr>
            <a:r>
              <a:rPr lang="fr-FR" sz="2400" dirty="0"/>
              <a:t>    Encourages SDG 9 (Innovation &amp; Infrastructure) </a:t>
            </a:r>
            <a:r>
              <a:rPr lang="fr-FR" sz="2400" dirty="0" err="1"/>
              <a:t>using</a:t>
            </a:r>
            <a:r>
              <a:rPr lang="fr-FR" sz="2400" dirty="0"/>
              <a:t> AI technologies</a:t>
            </a:r>
          </a:p>
          <a:p>
            <a:pPr algn="just">
              <a:buClr>
                <a:schemeClr val="dk1"/>
              </a:buClr>
              <a:buSzPts val="2400"/>
            </a:pPr>
            <a:endParaRPr sz="2400" b="1" i="0" u="none" dirty="0">
              <a:solidFill>
                <a:schemeClr val="dk1"/>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Relevance of the Project to Specific SDG</a:t>
            </a:r>
            <a:endParaRPr dirty="0"/>
          </a:p>
          <a:p>
            <a:pPr marL="342900" lvl="0" indent="-190500" algn="just">
              <a:buClr>
                <a:schemeClr val="dk1"/>
              </a:buClr>
              <a:buSzPts val="2400"/>
            </a:pPr>
            <a:r>
              <a:rPr lang="en-IN" sz="2400" b="1" i="0" u="none" dirty="0">
                <a:solidFill>
                  <a:schemeClr val="dk1"/>
                </a:solidFill>
                <a:latin typeface="Arial"/>
                <a:ea typeface="Arial"/>
                <a:cs typeface="Arial"/>
                <a:sym typeface="Arial"/>
              </a:rPr>
              <a:t>	</a:t>
            </a:r>
            <a:r>
              <a:rPr lang="en-US" sz="2400" dirty="0"/>
              <a:t>Uses Deep Learning (ResNet50) for accurate waste classification</a:t>
            </a:r>
          </a:p>
          <a:p>
            <a:pPr marL="342900" lvl="0" indent="-190500" algn="just">
              <a:buClr>
                <a:schemeClr val="dk1"/>
              </a:buClr>
              <a:buSzPts val="2400"/>
            </a:pPr>
            <a:r>
              <a:rPr lang="en-US" sz="2400" i="0" u="none" dirty="0">
                <a:solidFill>
                  <a:schemeClr val="dk1"/>
                </a:solidFill>
                <a:latin typeface="Arial"/>
                <a:ea typeface="Arial"/>
                <a:cs typeface="Arial"/>
                <a:sym typeface="Arial"/>
              </a:rPr>
              <a:t>	</a:t>
            </a:r>
            <a:r>
              <a:rPr lang="en-US" sz="2400" dirty="0"/>
              <a:t>Applies Machine Learning for waste prediction and planning</a:t>
            </a:r>
          </a:p>
          <a:p>
            <a:pPr marL="342900" lvl="0" indent="-190500" algn="just">
              <a:buClr>
                <a:schemeClr val="dk1"/>
              </a:buClr>
              <a:buSzPts val="2400"/>
            </a:pPr>
            <a:r>
              <a:rPr lang="en-US" sz="2400" i="0" u="none" dirty="0">
                <a:solidFill>
                  <a:schemeClr val="dk1"/>
                </a:solidFill>
                <a:latin typeface="Arial"/>
                <a:ea typeface="Arial"/>
                <a:cs typeface="Arial"/>
                <a:sym typeface="Arial"/>
              </a:rPr>
              <a:t>	</a:t>
            </a:r>
            <a:r>
              <a:rPr lang="en-US" sz="2400" dirty="0"/>
              <a:t>Implements Reinforcement Learning (PPO) for optimized routing &amp; allocation</a:t>
            </a:r>
          </a:p>
          <a:p>
            <a:pPr marL="342900" lvl="0" indent="-190500" algn="just">
              <a:buClr>
                <a:schemeClr val="dk1"/>
              </a:buClr>
              <a:buSzPts val="2400"/>
            </a:pPr>
            <a:endParaRPr sz="2400" b="1" i="0" u="none" dirty="0">
              <a:solidFill>
                <a:schemeClr val="dk1"/>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Potential Social and Environmental Impact</a:t>
            </a:r>
            <a:endParaRPr dirty="0"/>
          </a:p>
          <a:p>
            <a:pPr marL="342900" lvl="0" indent="-190500" algn="just">
              <a:buClr>
                <a:schemeClr val="dk1"/>
              </a:buClr>
              <a:buSzPts val="2400"/>
            </a:pPr>
            <a:r>
              <a:rPr lang="en-IN" sz="2400" b="1" i="0" u="none" dirty="0">
                <a:solidFill>
                  <a:schemeClr val="dk1"/>
                </a:solidFill>
                <a:latin typeface="Arial"/>
                <a:ea typeface="Arial"/>
                <a:cs typeface="Arial"/>
                <a:sym typeface="Arial"/>
              </a:rPr>
              <a:t>	</a:t>
            </a:r>
            <a:r>
              <a:rPr lang="en-US" sz="2400" dirty="0"/>
              <a:t>Improves waste segregation and recycling efficiency</a:t>
            </a:r>
          </a:p>
          <a:p>
            <a:pPr marL="342900" lvl="0" indent="-190500" algn="just">
              <a:buClr>
                <a:schemeClr val="dk1"/>
              </a:buClr>
              <a:buSzPts val="2400"/>
            </a:pPr>
            <a:r>
              <a:rPr lang="en-US" sz="2400" i="0" u="none" dirty="0">
                <a:solidFill>
                  <a:schemeClr val="dk1"/>
                </a:solidFill>
                <a:latin typeface="Arial"/>
                <a:ea typeface="Arial"/>
                <a:cs typeface="Arial"/>
                <a:sym typeface="Arial"/>
              </a:rPr>
              <a:t>	</a:t>
            </a:r>
            <a:r>
              <a:rPr lang="en-IN" sz="2400" dirty="0"/>
              <a:t>Reduces environmental pollution and landfill usage</a:t>
            </a:r>
          </a:p>
          <a:p>
            <a:pPr marL="342900" lvl="0" indent="-190500" algn="just">
              <a:buClr>
                <a:schemeClr val="dk1"/>
              </a:buClr>
              <a:buSzPts val="2400"/>
            </a:pPr>
            <a:endParaRPr sz="2400" b="1" i="0" u="none" dirty="0">
              <a:solidFill>
                <a:schemeClr val="dk1"/>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Economic Feasibility (Costs)</a:t>
            </a:r>
          </a:p>
          <a:p>
            <a:pPr lvl="1" algn="just">
              <a:buClr>
                <a:schemeClr val="dk1"/>
              </a:buClr>
              <a:buSzPts val="2400"/>
            </a:pPr>
            <a:r>
              <a:rPr lang="en-US" sz="2400" dirty="0"/>
              <a:t>    Uses open-source tools (Python, TensorFlow, Flask) → low cost</a:t>
            </a:r>
          </a:p>
          <a:p>
            <a:pPr lvl="1" algn="just">
              <a:buClr>
                <a:schemeClr val="dk1"/>
              </a:buClr>
              <a:buSzPts val="2400"/>
            </a:pPr>
            <a:r>
              <a:rPr lang="en-US" sz="2400" dirty="0"/>
              <a:t>    Deployable on cloud/free-tier platforms → scalable solution</a:t>
            </a:r>
          </a:p>
          <a:p>
            <a:pPr lvl="1" algn="just">
              <a:buClr>
                <a:schemeClr val="dk1"/>
              </a:buClr>
              <a:buSzPts val="2400"/>
            </a:pPr>
            <a:r>
              <a:rPr lang="en-US" sz="2400" dirty="0"/>
              <a:t>    Minimizes manual labor and resource wastage </a:t>
            </a:r>
          </a:p>
        </p:txBody>
      </p:sp>
      <p:sp>
        <p:nvSpPr>
          <p:cNvPr id="2" name="Google Shape;583;p16">
            <a:extLst>
              <a:ext uri="{FF2B5EF4-FFF2-40B4-BE49-F238E27FC236}">
                <a16:creationId xmlns:a16="http://schemas.microsoft.com/office/drawing/2014/main" id="{087DC12E-29D2-667C-0F95-E2ECE597C550}"/>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grpSp>
        <p:nvGrpSpPr>
          <p:cNvPr id="822" name="Google Shape;822;p36"/>
          <p:cNvGrpSpPr/>
          <p:nvPr/>
        </p:nvGrpSpPr>
        <p:grpSpPr>
          <a:xfrm>
            <a:off x="15573375" y="7940675"/>
            <a:ext cx="4692620" cy="4692620"/>
            <a:chOff x="0" y="0"/>
            <a:chExt cx="812800" cy="812800"/>
          </a:xfrm>
        </p:grpSpPr>
        <p:sp>
          <p:nvSpPr>
            <p:cNvPr id="823" name="Google Shape;823;p3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24" name="Google Shape;824;p36"/>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25" name="Google Shape;825;p36"/>
          <p:cNvSpPr txBox="1"/>
          <p:nvPr/>
        </p:nvSpPr>
        <p:spPr>
          <a:xfrm>
            <a:off x="1028700" y="1247775"/>
            <a:ext cx="11087100" cy="678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4400"/>
              <a:buFont typeface="Arial"/>
              <a:buNone/>
            </a:pPr>
            <a:r>
              <a:rPr lang="en-US" sz="4400" b="1" i="0" u="none">
                <a:solidFill>
                  <a:schemeClr val="dk1"/>
                </a:solidFill>
                <a:latin typeface="Arial"/>
                <a:ea typeface="Arial"/>
                <a:cs typeface="Arial"/>
                <a:sym typeface="Arial"/>
              </a:rPr>
              <a:t>Challenges Encountered &amp; Solutions</a:t>
            </a:r>
            <a:endParaRPr/>
          </a:p>
        </p:txBody>
      </p:sp>
      <p:sp>
        <p:nvSpPr>
          <p:cNvPr id="826" name="Google Shape;826;p36"/>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27" name="Google Shape;827;p36"/>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21</a:t>
            </a:fld>
            <a:endParaRPr/>
          </a:p>
        </p:txBody>
      </p:sp>
      <p:sp>
        <p:nvSpPr>
          <p:cNvPr id="829" name="Google Shape;829;p36"/>
          <p:cNvSpPr txBox="1"/>
          <p:nvPr/>
        </p:nvSpPr>
        <p:spPr>
          <a:xfrm>
            <a:off x="1028700" y="2400300"/>
            <a:ext cx="16040100" cy="600160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al"/>
              <a:buNone/>
            </a:pPr>
            <a:r>
              <a:rPr lang="en-US" sz="2400" b="1" i="0" u="none" dirty="0">
                <a:solidFill>
                  <a:schemeClr val="dk1"/>
                </a:solidFill>
                <a:latin typeface="Arial"/>
                <a:ea typeface="Arial"/>
                <a:cs typeface="Arial"/>
                <a:sym typeface="Arial"/>
              </a:rPr>
              <a:t>Challenges:</a:t>
            </a:r>
            <a:r>
              <a:rPr lang="en-US" sz="2400" b="0" i="0" u="none" dirty="0">
                <a:solidFill>
                  <a:schemeClr val="dk1"/>
                </a:solidFill>
                <a:latin typeface="Arial"/>
                <a:ea typeface="Arial"/>
                <a:cs typeface="Arial"/>
                <a:sym typeface="Arial"/>
              </a:rPr>
              <a:t> </a:t>
            </a:r>
            <a:endParaRPr lang="en-US" sz="2400" dirty="0">
              <a:solidFill>
                <a:schemeClr val="dk1"/>
              </a:solidFill>
            </a:endParaRPr>
          </a:p>
          <a:p>
            <a:pPr lvl="0" algn="just">
              <a:buClr>
                <a:schemeClr val="dk1"/>
              </a:buClr>
              <a:buSzPts val="2400"/>
            </a:pPr>
            <a:r>
              <a:rPr lang="en-US" sz="2400" dirty="0"/>
              <a:t>Limited dataset size (6 classes) affecting generalization to real-world waste</a:t>
            </a:r>
          </a:p>
          <a:p>
            <a:pPr lvl="0" algn="just">
              <a:buClr>
                <a:schemeClr val="dk1"/>
              </a:buClr>
              <a:buSzPts val="2400"/>
            </a:pPr>
            <a:r>
              <a:rPr lang="en-IN" sz="2400" dirty="0"/>
              <a:t>Model overfitting during ResNet50 training on small dataset</a:t>
            </a:r>
          </a:p>
          <a:p>
            <a:pPr lvl="0" algn="just">
              <a:buClr>
                <a:schemeClr val="dk1"/>
              </a:buClr>
              <a:buSzPts val="2400"/>
            </a:pPr>
            <a:r>
              <a:rPr lang="en-US" sz="2400" dirty="0"/>
              <a:t>Difficulty in integrating DL, ML, and RL modules into a single pipeline</a:t>
            </a:r>
          </a:p>
          <a:p>
            <a:pPr lvl="0" algn="just">
              <a:buClr>
                <a:schemeClr val="dk1"/>
              </a:buClr>
              <a:buSzPts val="2400"/>
            </a:pPr>
            <a:r>
              <a:rPr lang="en-US" sz="2400" dirty="0"/>
              <a:t>RL training instability due to simulated environment and reward tuning</a:t>
            </a:r>
          </a:p>
          <a:p>
            <a:pPr lvl="0" algn="just">
              <a:buClr>
                <a:schemeClr val="dk1"/>
              </a:buClr>
              <a:buSzPts val="2400"/>
            </a:pPr>
            <a:endParaRPr sz="24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2400"/>
              <a:buFont typeface="Arial"/>
              <a:buNone/>
            </a:pPr>
            <a:r>
              <a:rPr lang="en-US" sz="2400" b="1" i="0" u="none" dirty="0">
                <a:solidFill>
                  <a:schemeClr val="dk1"/>
                </a:solidFill>
                <a:latin typeface="Arial"/>
                <a:ea typeface="Arial"/>
                <a:cs typeface="Arial"/>
                <a:sym typeface="Arial"/>
              </a:rPr>
              <a:t>Solutions:</a:t>
            </a:r>
            <a:r>
              <a:rPr lang="en-US" sz="2400" b="0" i="0" u="none" dirty="0">
                <a:solidFill>
                  <a:schemeClr val="dk1"/>
                </a:solidFill>
                <a:latin typeface="Arial"/>
                <a:ea typeface="Arial"/>
                <a:cs typeface="Arial"/>
                <a:sym typeface="Arial"/>
              </a:rPr>
              <a:t> </a:t>
            </a:r>
            <a:endParaRPr lang="en-US" sz="2400" dirty="0">
              <a:solidFill>
                <a:schemeClr val="dk1"/>
              </a:solidFill>
            </a:endParaRPr>
          </a:p>
          <a:p>
            <a:pPr lvl="0" algn="just">
              <a:buClr>
                <a:schemeClr val="dk1"/>
              </a:buClr>
              <a:buSzPts val="2400"/>
            </a:pPr>
            <a:r>
              <a:rPr lang="en-US" sz="2400" dirty="0"/>
              <a:t>Applied data augmentation and transfer learning to improve model performance</a:t>
            </a:r>
          </a:p>
          <a:p>
            <a:pPr lvl="0" algn="just">
              <a:buClr>
                <a:schemeClr val="dk1"/>
              </a:buClr>
              <a:buSzPts val="2400"/>
            </a:pPr>
            <a:r>
              <a:rPr lang="en-US" sz="2400" dirty="0"/>
              <a:t>Used fine-tuning and regularization techniques to reduce overfitting</a:t>
            </a:r>
          </a:p>
          <a:p>
            <a:pPr lvl="0" algn="just">
              <a:buClr>
                <a:schemeClr val="dk1"/>
              </a:buClr>
              <a:buSzPts val="2400"/>
            </a:pPr>
            <a:r>
              <a:rPr lang="en-US" sz="2400" dirty="0"/>
              <a:t>Designed a modular pipeline architecture for smooth integration of DL → ML → RL</a:t>
            </a:r>
          </a:p>
          <a:p>
            <a:pPr lvl="0" algn="just">
              <a:buClr>
                <a:schemeClr val="dk1"/>
              </a:buClr>
              <a:buSzPts val="2400"/>
            </a:pPr>
            <a:r>
              <a:rPr lang="en-US" sz="2400" dirty="0"/>
              <a:t>Carefully defined reward function and state space to stabilize PPO training</a:t>
            </a:r>
          </a:p>
          <a:p>
            <a:pPr lvl="0" algn="just">
              <a:buClr>
                <a:schemeClr val="dk1"/>
              </a:buClr>
              <a:buSzPts val="2400"/>
            </a:pPr>
            <a:endParaRPr sz="24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2400"/>
              <a:buFont typeface="Arial"/>
              <a:buNone/>
            </a:pPr>
            <a:r>
              <a:rPr lang="en-US" sz="2400" b="1" i="0" u="none" dirty="0">
                <a:solidFill>
                  <a:schemeClr val="dk1"/>
                </a:solidFill>
                <a:latin typeface="Arial"/>
                <a:ea typeface="Arial"/>
                <a:cs typeface="Arial"/>
                <a:sym typeface="Arial"/>
              </a:rPr>
              <a:t>Lessons Learned:</a:t>
            </a:r>
            <a:endParaRPr lang="en-US" sz="2400" dirty="0">
              <a:solidFill>
                <a:schemeClr val="dk1"/>
              </a:solidFill>
            </a:endParaRPr>
          </a:p>
          <a:p>
            <a:pPr lvl="0" algn="just">
              <a:buClr>
                <a:schemeClr val="dk1"/>
              </a:buClr>
              <a:buSzPts val="2400"/>
            </a:pPr>
            <a:r>
              <a:rPr lang="en-US" sz="2400" dirty="0"/>
              <a:t>Hybrid integration of DL + ML + RL provides better real-world applicability</a:t>
            </a:r>
          </a:p>
          <a:p>
            <a:pPr lvl="0" algn="just">
              <a:buClr>
                <a:schemeClr val="dk1"/>
              </a:buClr>
              <a:buSzPts val="2400"/>
            </a:pPr>
            <a:r>
              <a:rPr lang="en-US" sz="2400" dirty="0"/>
              <a:t>Proper data preprocessing and pipeline design is crucial for system performance</a:t>
            </a:r>
          </a:p>
          <a:p>
            <a:pPr lvl="0" algn="just">
              <a:buClr>
                <a:schemeClr val="dk1"/>
              </a:buClr>
              <a:buSzPts val="2400"/>
            </a:pPr>
            <a:r>
              <a:rPr lang="en-US" sz="2400" dirty="0"/>
              <a:t>Reinforcement learning requires careful environment and reward design</a:t>
            </a:r>
            <a:endParaRPr sz="2400" dirty="0"/>
          </a:p>
        </p:txBody>
      </p:sp>
      <p:sp>
        <p:nvSpPr>
          <p:cNvPr id="2" name="Google Shape;583;p16">
            <a:extLst>
              <a:ext uri="{FF2B5EF4-FFF2-40B4-BE49-F238E27FC236}">
                <a16:creationId xmlns:a16="http://schemas.microsoft.com/office/drawing/2014/main" id="{A5D17B3B-E1FD-DB20-05E4-F8E51D1147D6}"/>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grpSp>
        <p:nvGrpSpPr>
          <p:cNvPr id="834" name="Google Shape;834;p37"/>
          <p:cNvGrpSpPr/>
          <p:nvPr/>
        </p:nvGrpSpPr>
        <p:grpSpPr>
          <a:xfrm>
            <a:off x="15573375" y="7940675"/>
            <a:ext cx="4692620" cy="4692620"/>
            <a:chOff x="0" y="0"/>
            <a:chExt cx="812800" cy="812800"/>
          </a:xfrm>
        </p:grpSpPr>
        <p:sp>
          <p:nvSpPr>
            <p:cNvPr id="835" name="Google Shape;835;p3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36" name="Google Shape;836;p37"/>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37" name="Google Shape;837;p37"/>
          <p:cNvSpPr txBox="1"/>
          <p:nvPr/>
        </p:nvSpPr>
        <p:spPr>
          <a:xfrm>
            <a:off x="1789112" y="1247775"/>
            <a:ext cx="13374600" cy="67800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a:buChar char="•"/>
            </a:pPr>
            <a:r>
              <a:rPr lang="en-US" sz="4400" b="1" i="0" u="none">
                <a:solidFill>
                  <a:schemeClr val="dk1"/>
                </a:solidFill>
                <a:latin typeface="Arial"/>
                <a:ea typeface="Arial"/>
                <a:cs typeface="Arial"/>
                <a:sym typeface="Arial"/>
              </a:rPr>
              <a:t>Advantages</a:t>
            </a:r>
            <a:endParaRPr/>
          </a:p>
        </p:txBody>
      </p:sp>
      <p:sp>
        <p:nvSpPr>
          <p:cNvPr id="838" name="Google Shape;838;p37"/>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39" name="Google Shape;839;p37"/>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22</a:t>
            </a:fld>
            <a:endParaRPr/>
          </a:p>
        </p:txBody>
      </p:sp>
      <p:sp>
        <p:nvSpPr>
          <p:cNvPr id="841" name="Google Shape;841;p37"/>
          <p:cNvSpPr txBox="1"/>
          <p:nvPr/>
        </p:nvSpPr>
        <p:spPr>
          <a:xfrm>
            <a:off x="1489696" y="2683202"/>
            <a:ext cx="13973432" cy="3046948"/>
          </a:xfrm>
          <a:prstGeom prst="rect">
            <a:avLst/>
          </a:prstGeom>
          <a:noFill/>
          <a:ln>
            <a:noFill/>
          </a:ln>
        </p:spPr>
        <p:txBody>
          <a:bodyPr spcFirstLastPara="1" wrap="square" lIns="91425" tIns="45700" rIns="91425" bIns="45700" anchor="t" anchorCtr="0">
            <a:spAutoFit/>
          </a:bodyPr>
          <a:lstStyle/>
          <a:p>
            <a:pPr marL="285750" lvl="0" indent="-285750" algn="just">
              <a:buClr>
                <a:schemeClr val="dk1"/>
              </a:buClr>
              <a:buSzPts val="2400"/>
              <a:buFont typeface="Arial"/>
              <a:buChar char="•"/>
            </a:pPr>
            <a:r>
              <a:rPr lang="en-US" sz="2400" dirty="0"/>
              <a:t>High Accuracy Waste Classification using Transfer Learning (ResNet50)</a:t>
            </a:r>
          </a:p>
          <a:p>
            <a:pPr marL="285750" lvl="0" indent="-285750" algn="just">
              <a:buClr>
                <a:schemeClr val="dk1"/>
              </a:buClr>
              <a:buSzPts val="2400"/>
              <a:buFont typeface="Arial"/>
              <a:buChar char="•"/>
            </a:pPr>
            <a:r>
              <a:rPr lang="en-US" sz="2400" dirty="0"/>
              <a:t>Explainable AI (Grad-CAM) for transparent and interpretable predictions</a:t>
            </a:r>
          </a:p>
          <a:p>
            <a:pPr marL="285750" lvl="0" indent="-285750" algn="just">
              <a:buClr>
                <a:schemeClr val="dk1"/>
              </a:buClr>
              <a:buSzPts val="2400"/>
              <a:buFont typeface="Arial"/>
              <a:buChar char="•"/>
            </a:pPr>
            <a:r>
              <a:rPr lang="en-US" sz="2400" dirty="0"/>
              <a:t>Predictive Analytics using ML to forecast future waste generation</a:t>
            </a:r>
          </a:p>
          <a:p>
            <a:pPr marL="285750" lvl="0" indent="-285750" algn="just">
              <a:buClr>
                <a:schemeClr val="dk1"/>
              </a:buClr>
              <a:buSzPts val="2400"/>
              <a:buFont typeface="Arial"/>
              <a:buChar char="•"/>
            </a:pPr>
            <a:r>
              <a:rPr lang="en-US" sz="2400" dirty="0"/>
              <a:t>Intelligent Optimization with PPO-based Reinforcement Learning for routing and allocation</a:t>
            </a:r>
          </a:p>
          <a:p>
            <a:pPr marL="285750" lvl="0" indent="-285750" algn="just">
              <a:buClr>
                <a:schemeClr val="dk1"/>
              </a:buClr>
              <a:buSzPts val="2400"/>
              <a:buFont typeface="Arial"/>
              <a:buChar char="•"/>
            </a:pPr>
            <a:r>
              <a:rPr lang="en-US" sz="2400" dirty="0"/>
              <a:t>Improved Recycling Efficiency and reduced landfill dependency</a:t>
            </a:r>
          </a:p>
          <a:p>
            <a:pPr marL="285750" lvl="0" indent="-285750" algn="just">
              <a:buClr>
                <a:schemeClr val="dk1"/>
              </a:buClr>
              <a:buSzPts val="2400"/>
              <a:buFont typeface="Arial"/>
              <a:buChar char="•"/>
            </a:pPr>
            <a:r>
              <a:rPr lang="en-US" sz="2400" dirty="0"/>
              <a:t>End-to-End Integrated System (DL + ML + RL in one pipeline)</a:t>
            </a:r>
          </a:p>
          <a:p>
            <a:pPr marL="285750" lvl="0" indent="-285750" algn="just">
              <a:buClr>
                <a:schemeClr val="dk1"/>
              </a:buClr>
              <a:buSzPts val="2400"/>
              <a:buFont typeface="Arial"/>
              <a:buChar char="•"/>
            </a:pPr>
            <a:r>
              <a:rPr lang="en-US" sz="2400" dirty="0"/>
              <a:t>Reduced Operational Cost &amp; Environmental Impact</a:t>
            </a:r>
          </a:p>
          <a:p>
            <a:pPr marL="285750" lvl="0" indent="-285750" algn="just">
              <a:buClr>
                <a:schemeClr val="dk1"/>
              </a:buClr>
              <a:buSzPts val="2400"/>
              <a:buFont typeface="Arial"/>
              <a:buChar char="•"/>
            </a:pPr>
            <a:r>
              <a:rPr lang="en-US" sz="2400" dirty="0"/>
              <a:t>User-friendly Interface for easy interaction and visualization</a:t>
            </a:r>
            <a:endParaRPr sz="2400" dirty="0"/>
          </a:p>
        </p:txBody>
      </p:sp>
      <p:sp>
        <p:nvSpPr>
          <p:cNvPr id="2" name="Google Shape;583;p16">
            <a:extLst>
              <a:ext uri="{FF2B5EF4-FFF2-40B4-BE49-F238E27FC236}">
                <a16:creationId xmlns:a16="http://schemas.microsoft.com/office/drawing/2014/main" id="{818017F1-8DA3-197A-52B4-F1641694F30E}"/>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grpSp>
        <p:nvGrpSpPr>
          <p:cNvPr id="846" name="Google Shape;846;p38"/>
          <p:cNvGrpSpPr/>
          <p:nvPr/>
        </p:nvGrpSpPr>
        <p:grpSpPr>
          <a:xfrm>
            <a:off x="15573375" y="7940675"/>
            <a:ext cx="4692620" cy="4692620"/>
            <a:chOff x="0" y="0"/>
            <a:chExt cx="812800" cy="812800"/>
          </a:xfrm>
        </p:grpSpPr>
        <p:sp>
          <p:nvSpPr>
            <p:cNvPr id="847" name="Google Shape;847;p3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48" name="Google Shape;848;p3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49" name="Google Shape;849;p38"/>
          <p:cNvSpPr txBox="1"/>
          <p:nvPr/>
        </p:nvSpPr>
        <p:spPr>
          <a:xfrm>
            <a:off x="1789112" y="1247775"/>
            <a:ext cx="11698200" cy="678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4400"/>
              <a:buFont typeface="Arial"/>
              <a:buNone/>
            </a:pPr>
            <a:r>
              <a:rPr lang="en-US" sz="4400" b="1" i="0" u="none">
                <a:solidFill>
                  <a:schemeClr val="dk1"/>
                </a:solidFill>
                <a:latin typeface="Arial"/>
                <a:ea typeface="Arial"/>
                <a:cs typeface="Arial"/>
                <a:sym typeface="Arial"/>
              </a:rPr>
              <a:t>Limitations &amp; Future Scope</a:t>
            </a:r>
            <a:endParaRPr/>
          </a:p>
        </p:txBody>
      </p:sp>
      <p:sp>
        <p:nvSpPr>
          <p:cNvPr id="850" name="Google Shape;850;p3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51" name="Google Shape;851;p3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23</a:t>
            </a:fld>
            <a:endParaRPr/>
          </a:p>
        </p:txBody>
      </p:sp>
      <p:sp>
        <p:nvSpPr>
          <p:cNvPr id="853" name="Google Shape;853;p38"/>
          <p:cNvSpPr txBox="1"/>
          <p:nvPr/>
        </p:nvSpPr>
        <p:spPr>
          <a:xfrm>
            <a:off x="1447800" y="2324100"/>
            <a:ext cx="16154400" cy="5632271"/>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Planned Enhancements:</a:t>
            </a:r>
            <a:endParaRPr lang="en-US" sz="2400" dirty="0">
              <a:solidFill>
                <a:schemeClr val="dk1"/>
              </a:solidFill>
            </a:endParaRPr>
          </a:p>
          <a:p>
            <a:pPr lvl="2" algn="just">
              <a:buClr>
                <a:schemeClr val="dk1"/>
              </a:buClr>
              <a:buSzPts val="2400"/>
            </a:pPr>
            <a:r>
              <a:rPr lang="en-US" sz="2400" dirty="0"/>
              <a:t>  1. Integration with IoT-enabled smart bins and sensors for real-time waste level monitoring</a:t>
            </a:r>
          </a:p>
          <a:p>
            <a:pPr lvl="2" algn="just">
              <a:buClr>
                <a:schemeClr val="dk1"/>
              </a:buClr>
              <a:buSzPts val="2400"/>
            </a:pPr>
            <a:r>
              <a:rPr lang="en-IN" sz="2400" dirty="0"/>
              <a:t>  2. </a:t>
            </a:r>
            <a:r>
              <a:rPr lang="en-US" sz="2400" dirty="0"/>
              <a:t>Incorporation of real-time geospatial/GPS data to improve dynamic routing decisions</a:t>
            </a:r>
          </a:p>
          <a:p>
            <a:pPr lvl="2" algn="just">
              <a:buClr>
                <a:schemeClr val="dk1"/>
              </a:buClr>
              <a:buSzPts val="2400"/>
            </a:pPr>
            <a:r>
              <a:rPr lang="en-US" sz="2400" dirty="0"/>
              <a:t>  3. Enhancement of ML module with real-world datasets for accurate waste forecasting</a:t>
            </a:r>
            <a:endParaRPr sz="2400" dirty="0"/>
          </a:p>
          <a:p>
            <a:pPr marL="285750" marR="0" lvl="0" indent="-133350" algn="just" rtl="0">
              <a:lnSpc>
                <a:spcPct val="100000"/>
              </a:lnSpc>
              <a:spcBef>
                <a:spcPts val="0"/>
              </a:spcBef>
              <a:spcAft>
                <a:spcPts val="0"/>
              </a:spcAft>
              <a:buClr>
                <a:schemeClr val="dk1"/>
              </a:buClr>
              <a:buSzPts val="2400"/>
              <a:buFont typeface="Arial"/>
              <a:buNone/>
            </a:pPr>
            <a:endParaRPr sz="2400" b="0" i="0" u="none" dirty="0">
              <a:solidFill>
                <a:schemeClr val="dk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Potential Research Directions:</a:t>
            </a:r>
            <a:r>
              <a:rPr lang="en-US" sz="2400" b="0" i="0" u="none" dirty="0">
                <a:solidFill>
                  <a:schemeClr val="dk1"/>
                </a:solidFill>
                <a:latin typeface="Arial"/>
                <a:ea typeface="Arial"/>
                <a:cs typeface="Arial"/>
                <a:sym typeface="Arial"/>
              </a:rPr>
              <a:t> </a:t>
            </a:r>
            <a:endParaRPr lang="en-US" sz="2400" dirty="0">
              <a:solidFill>
                <a:schemeClr val="dk1"/>
              </a:solidFill>
            </a:endParaRPr>
          </a:p>
          <a:p>
            <a:pPr lvl="0" algn="just">
              <a:buClr>
                <a:schemeClr val="dk1"/>
              </a:buClr>
              <a:buSzPts val="2400"/>
            </a:pPr>
            <a:r>
              <a:rPr lang="en-US" sz="2400" i="0" u="none" dirty="0">
                <a:solidFill>
                  <a:schemeClr val="dk1"/>
                </a:solidFill>
                <a:latin typeface="Arial"/>
                <a:ea typeface="Arial"/>
                <a:cs typeface="Arial"/>
                <a:sym typeface="Arial"/>
              </a:rPr>
              <a:t>  1. </a:t>
            </a:r>
            <a:r>
              <a:rPr lang="en-US" sz="2400" dirty="0"/>
              <a:t>Exploring multi-modal learning combining images, sensor data, and location data</a:t>
            </a:r>
          </a:p>
          <a:p>
            <a:pPr lvl="0" algn="just">
              <a:buClr>
                <a:schemeClr val="dk1"/>
              </a:buClr>
              <a:buSzPts val="2400"/>
            </a:pPr>
            <a:r>
              <a:rPr lang="en-US" sz="2400" i="0" u="none" dirty="0">
                <a:solidFill>
                  <a:schemeClr val="dk1"/>
                </a:solidFill>
                <a:latin typeface="Arial"/>
                <a:ea typeface="Arial"/>
                <a:cs typeface="Arial"/>
                <a:sym typeface="Arial"/>
              </a:rPr>
              <a:t>  2. </a:t>
            </a:r>
            <a:r>
              <a:rPr lang="en-US" sz="2400" dirty="0"/>
              <a:t>Development of adaptive RL models for large-scale smart city environments</a:t>
            </a:r>
          </a:p>
          <a:p>
            <a:pPr lvl="0" algn="just">
              <a:buClr>
                <a:schemeClr val="dk1"/>
              </a:buClr>
              <a:buSzPts val="2400"/>
            </a:pPr>
            <a:r>
              <a:rPr lang="en-US" sz="2400" i="0" u="none" dirty="0">
                <a:solidFill>
                  <a:schemeClr val="dk1"/>
                </a:solidFill>
                <a:latin typeface="Arial"/>
                <a:ea typeface="Arial"/>
                <a:cs typeface="Arial"/>
                <a:sym typeface="Arial"/>
              </a:rPr>
              <a:t>  3. </a:t>
            </a:r>
            <a:r>
              <a:rPr lang="en-US" sz="2400" dirty="0"/>
              <a:t>Integration of edge AI systems for real-time on-device waste classification</a:t>
            </a:r>
          </a:p>
          <a:p>
            <a:pPr lvl="0" algn="just">
              <a:buClr>
                <a:schemeClr val="dk1"/>
              </a:buClr>
              <a:buSzPts val="2400"/>
            </a:pPr>
            <a:r>
              <a:rPr lang="en-US" sz="2400" i="0" u="none" dirty="0">
                <a:solidFill>
                  <a:schemeClr val="dk1"/>
                </a:solidFill>
                <a:latin typeface="Arial"/>
                <a:ea typeface="Arial"/>
                <a:cs typeface="Arial"/>
                <a:sym typeface="Arial"/>
              </a:rPr>
              <a:t>  4. </a:t>
            </a:r>
            <a:r>
              <a:rPr lang="en-US" sz="2400" dirty="0"/>
              <a:t>Studying sustainable optimization strategies for reducing carbon footprint</a:t>
            </a:r>
          </a:p>
          <a:p>
            <a:pPr lvl="0" algn="just">
              <a:buClr>
                <a:schemeClr val="dk1"/>
              </a:buClr>
              <a:buSzPts val="2400"/>
            </a:pPr>
            <a:endParaRPr sz="2400" b="0" i="0" u="none" dirty="0">
              <a:solidFill>
                <a:schemeClr val="dk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Known issues/shortcomings</a:t>
            </a:r>
            <a:r>
              <a:rPr lang="en-US" sz="2400" b="1" dirty="0">
                <a:solidFill>
                  <a:schemeClr val="dk1"/>
                </a:solidFill>
              </a:rPr>
              <a:t>:</a:t>
            </a:r>
          </a:p>
          <a:p>
            <a:pPr lvl="0" algn="just">
              <a:buClr>
                <a:schemeClr val="dk1"/>
              </a:buClr>
              <a:buSzPts val="2400"/>
            </a:pPr>
            <a:r>
              <a:rPr lang="en-US" sz="2400" dirty="0">
                <a:solidFill>
                  <a:schemeClr val="dk1"/>
                </a:solidFill>
              </a:rPr>
              <a:t>   1. </a:t>
            </a:r>
            <a:r>
              <a:rPr lang="en-US" sz="2400" dirty="0"/>
              <a:t>Dependency on limited dataset (6 classes) may affect real-world generalization</a:t>
            </a:r>
          </a:p>
          <a:p>
            <a:pPr lvl="0" algn="just">
              <a:buClr>
                <a:schemeClr val="dk1"/>
              </a:buClr>
              <a:buSzPts val="2400"/>
            </a:pPr>
            <a:r>
              <a:rPr lang="en-US" sz="2400" dirty="0"/>
              <a:t>   2. RL model currently trained on simulated data rather than real-time environments</a:t>
            </a:r>
          </a:p>
          <a:p>
            <a:pPr lvl="0" algn="just">
              <a:buClr>
                <a:schemeClr val="dk1"/>
              </a:buClr>
              <a:buSzPts val="2400"/>
            </a:pPr>
            <a:r>
              <a:rPr lang="en-US" sz="2400" dirty="0"/>
              <a:t>   3. Lack of live deployment with actual municipal systems</a:t>
            </a:r>
            <a:endParaRPr sz="2400" dirty="0"/>
          </a:p>
        </p:txBody>
      </p:sp>
      <p:sp>
        <p:nvSpPr>
          <p:cNvPr id="2" name="Google Shape;583;p16">
            <a:extLst>
              <a:ext uri="{FF2B5EF4-FFF2-40B4-BE49-F238E27FC236}">
                <a16:creationId xmlns:a16="http://schemas.microsoft.com/office/drawing/2014/main" id="{4EA5E431-7B6B-D695-1F9E-06ECB8121FEE}"/>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grpSp>
        <p:nvGrpSpPr>
          <p:cNvPr id="858" name="Google Shape;858;p39"/>
          <p:cNvGrpSpPr/>
          <p:nvPr/>
        </p:nvGrpSpPr>
        <p:grpSpPr>
          <a:xfrm>
            <a:off x="15573375" y="7940675"/>
            <a:ext cx="4692620" cy="4692620"/>
            <a:chOff x="0" y="0"/>
            <a:chExt cx="812800" cy="812800"/>
          </a:xfrm>
        </p:grpSpPr>
        <p:sp>
          <p:nvSpPr>
            <p:cNvPr id="859" name="Google Shape;859;p3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60" name="Google Shape;860;p39"/>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61" name="Google Shape;861;p39"/>
          <p:cNvSpPr txBox="1"/>
          <p:nvPr/>
        </p:nvSpPr>
        <p:spPr>
          <a:xfrm>
            <a:off x="1789112" y="1247775"/>
            <a:ext cx="11698200" cy="678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4400"/>
              <a:buFont typeface="Arial"/>
              <a:buNone/>
            </a:pPr>
            <a:r>
              <a:rPr lang="en-US" sz="4400" b="1" i="0" u="none">
                <a:solidFill>
                  <a:schemeClr val="dk1"/>
                </a:solidFill>
                <a:latin typeface="Arial"/>
                <a:ea typeface="Arial"/>
                <a:cs typeface="Arial"/>
                <a:sym typeface="Arial"/>
              </a:rPr>
              <a:t>Conclusion</a:t>
            </a:r>
            <a:endParaRPr/>
          </a:p>
        </p:txBody>
      </p:sp>
      <p:sp>
        <p:nvSpPr>
          <p:cNvPr id="862" name="Google Shape;862;p39"/>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63" name="Google Shape;863;p39"/>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24</a:t>
            </a:fld>
            <a:endParaRPr/>
          </a:p>
        </p:txBody>
      </p:sp>
      <p:sp>
        <p:nvSpPr>
          <p:cNvPr id="865" name="Google Shape;865;p39"/>
          <p:cNvSpPr txBox="1"/>
          <p:nvPr/>
        </p:nvSpPr>
        <p:spPr>
          <a:xfrm>
            <a:off x="1447800" y="2324100"/>
            <a:ext cx="16154400" cy="5723578"/>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chemeClr val="dk1"/>
              </a:buClr>
              <a:buSzPts val="2400"/>
              <a:buFont typeface="Arial"/>
              <a:buChar char="•"/>
            </a:pPr>
            <a:r>
              <a:rPr lang="en-US" sz="2400" b="1" i="0" u="none" dirty="0">
                <a:solidFill>
                  <a:schemeClr val="dk1"/>
                </a:solidFill>
                <a:latin typeface="Arial"/>
                <a:ea typeface="Arial"/>
                <a:cs typeface="Arial"/>
                <a:sym typeface="Arial"/>
              </a:rPr>
              <a:t>Summary of what was achieved</a:t>
            </a:r>
            <a:endParaRPr dirty="0"/>
          </a:p>
          <a:p>
            <a:pPr eaLnBrk="1" hangingPunct="1">
              <a:lnSpc>
                <a:spcPts val="2938"/>
              </a:lnSpc>
            </a:pPr>
            <a:r>
              <a:rPr lang="en-US" altLang="en-US" sz="2400" dirty="0"/>
              <a:t>Our project addresses the critical challenge of urban waste management by developing an AI-powered system that combines Transfer Learning for accurate waste classification and Reinforcement Learning for intelligent resource optimization. </a:t>
            </a:r>
          </a:p>
          <a:p>
            <a:pPr eaLnBrk="1" hangingPunct="1">
              <a:lnSpc>
                <a:spcPts val="2938"/>
              </a:lnSpc>
            </a:pPr>
            <a:endParaRPr lang="en-US" altLang="en-US" sz="2400" dirty="0"/>
          </a:p>
          <a:p>
            <a:pPr eaLnBrk="1" hangingPunct="1">
              <a:lnSpc>
                <a:spcPts val="2938"/>
              </a:lnSpc>
            </a:pPr>
            <a:r>
              <a:rPr lang="en-US" altLang="en-US" sz="2400" dirty="0"/>
              <a:t>This integrated approach enables the system to identify waste types with high precision and make data-driven decisions for bin allocation, route planning, and recycling prioritization. The results demonstrate improved operational efficiency, reduced landfill dependency, and enhanced sustainability—ultimately contributing to cleaner cities and smarter environmental practices.</a:t>
            </a:r>
          </a:p>
          <a:p>
            <a:pPr eaLnBrk="1" hangingPunct="1">
              <a:lnSpc>
                <a:spcPts val="2938"/>
              </a:lnSpc>
            </a:pPr>
            <a:endParaRPr lang="en-US" altLang="en-US" sz="2400" dirty="0"/>
          </a:p>
          <a:p>
            <a:pPr marL="342900" indent="-342900">
              <a:lnSpc>
                <a:spcPts val="2938"/>
              </a:lnSpc>
              <a:buFont typeface="Arial" panose="020B0604020202020204" pitchFamily="34" charset="0"/>
              <a:buChar char="•"/>
            </a:pPr>
            <a:r>
              <a:rPr lang="en-US" altLang="en-US" sz="2400" b="1" dirty="0">
                <a:solidFill>
                  <a:schemeClr val="dk1"/>
                </a:solidFill>
              </a:rPr>
              <a:t>Final Remarks of the Project</a:t>
            </a:r>
            <a:endParaRPr lang="en-US" altLang="en-US" sz="2400" dirty="0"/>
          </a:p>
          <a:p>
            <a:pPr>
              <a:lnSpc>
                <a:spcPts val="2938"/>
              </a:lnSpc>
            </a:pPr>
            <a:r>
              <a:rPr lang="en-US" sz="2400" dirty="0"/>
              <a:t>This project successfully demonstrates an intelligent and scalable waste management system by integrating deep learning for accurate classification, machine learning for predictive analysis, and reinforcement learning for optimized resource allocation, contributing towards sustainable and smart city solutions.</a:t>
            </a:r>
          </a:p>
          <a:p>
            <a:pPr eaLnBrk="1" hangingPunct="1">
              <a:lnSpc>
                <a:spcPts val="2938"/>
              </a:lnSpc>
            </a:pPr>
            <a:endParaRPr lang="en-US" altLang="en-US" sz="2400" dirty="0"/>
          </a:p>
        </p:txBody>
      </p:sp>
      <p:sp>
        <p:nvSpPr>
          <p:cNvPr id="2" name="Google Shape;583;p16">
            <a:extLst>
              <a:ext uri="{FF2B5EF4-FFF2-40B4-BE49-F238E27FC236}">
                <a16:creationId xmlns:a16="http://schemas.microsoft.com/office/drawing/2014/main" id="{A3DA74C5-A782-E76A-51F8-6D99B5CC4837}"/>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grpSp>
        <p:nvGrpSpPr>
          <p:cNvPr id="870" name="Google Shape;870;p40"/>
          <p:cNvGrpSpPr/>
          <p:nvPr/>
        </p:nvGrpSpPr>
        <p:grpSpPr>
          <a:xfrm>
            <a:off x="15573375" y="7940675"/>
            <a:ext cx="4692620" cy="4692620"/>
            <a:chOff x="0" y="0"/>
            <a:chExt cx="812800" cy="812800"/>
          </a:xfrm>
        </p:grpSpPr>
        <p:sp>
          <p:nvSpPr>
            <p:cNvPr id="871" name="Google Shape;871;p4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72" name="Google Shape;872;p40"/>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73" name="Google Shape;873;p40"/>
          <p:cNvSpPr txBox="1"/>
          <p:nvPr/>
        </p:nvSpPr>
        <p:spPr>
          <a:xfrm>
            <a:off x="1789112" y="1247775"/>
            <a:ext cx="11698200" cy="135420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a:buChar char="•"/>
            </a:pPr>
            <a:r>
              <a:rPr lang="en-US" sz="4400" b="1" i="0" u="none">
                <a:solidFill>
                  <a:schemeClr val="dk1"/>
                </a:solidFill>
                <a:latin typeface="Arial"/>
                <a:ea typeface="Arial"/>
                <a:cs typeface="Arial"/>
                <a:sym typeface="Arial"/>
              </a:rPr>
              <a:t>YouTube Demonstration Video URL &amp; Git Hub Link</a:t>
            </a:r>
            <a:endParaRPr/>
          </a:p>
        </p:txBody>
      </p:sp>
      <p:sp>
        <p:nvSpPr>
          <p:cNvPr id="874" name="Google Shape;874;p40"/>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75" name="Google Shape;875;p40"/>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25</a:t>
            </a:fld>
            <a:endParaRPr/>
          </a:p>
        </p:txBody>
      </p:sp>
      <p:sp>
        <p:nvSpPr>
          <p:cNvPr id="2" name="Google Shape;583;p16">
            <a:extLst>
              <a:ext uri="{FF2B5EF4-FFF2-40B4-BE49-F238E27FC236}">
                <a16:creationId xmlns:a16="http://schemas.microsoft.com/office/drawing/2014/main" id="{611CF8B4-BFAC-8D22-A893-4BC50DCE2F67}"/>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
        <p:nvSpPr>
          <p:cNvPr id="3" name="TextBox 2">
            <a:extLst>
              <a:ext uri="{FF2B5EF4-FFF2-40B4-BE49-F238E27FC236}">
                <a16:creationId xmlns:a16="http://schemas.microsoft.com/office/drawing/2014/main" id="{906EB8BD-7569-D296-26B4-3961B8296CC4}"/>
              </a:ext>
            </a:extLst>
          </p:cNvPr>
          <p:cNvSpPr txBox="1"/>
          <p:nvPr/>
        </p:nvSpPr>
        <p:spPr>
          <a:xfrm>
            <a:off x="1594022" y="3853395"/>
            <a:ext cx="14543902" cy="1785104"/>
          </a:xfrm>
          <a:prstGeom prst="rect">
            <a:avLst/>
          </a:prstGeom>
          <a:noFill/>
        </p:spPr>
        <p:txBody>
          <a:bodyPr wrap="square" rtlCol="0">
            <a:spAutoFit/>
          </a:bodyPr>
          <a:lstStyle/>
          <a:p>
            <a:r>
              <a:rPr lang="en-IN" sz="2200" b="1" dirty="0"/>
              <a:t>GITHUB:  </a:t>
            </a:r>
            <a:r>
              <a:rPr lang="en-IN" sz="2200" dirty="0">
                <a:hlinkClick r:id="rId3"/>
              </a:rPr>
              <a:t>https://github.com/navadeep-05/Predictive-Waste-Classification-and-Resource-Optimization-Major-Project-AI-DS</a:t>
            </a:r>
            <a:endParaRPr lang="en-IN" sz="2200" dirty="0"/>
          </a:p>
          <a:p>
            <a:endParaRPr lang="en-IN" sz="2200" dirty="0"/>
          </a:p>
          <a:p>
            <a:r>
              <a:rPr lang="en-IN" sz="2200" b="1" dirty="0"/>
              <a:t>YouTube: </a:t>
            </a:r>
            <a:r>
              <a:rPr lang="en-IN" sz="2200" dirty="0">
                <a:hlinkClick r:id="rId4"/>
              </a:rPr>
              <a:t>https://youtu.be/O7jjM6fnxhI</a:t>
            </a:r>
            <a:endParaRPr lang="en-IN" sz="2200" dirty="0"/>
          </a:p>
          <a:p>
            <a:endParaRPr lang="en-IN"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grpSp>
        <p:nvGrpSpPr>
          <p:cNvPr id="892" name="Google Shape;892;p42"/>
          <p:cNvGrpSpPr/>
          <p:nvPr/>
        </p:nvGrpSpPr>
        <p:grpSpPr>
          <a:xfrm>
            <a:off x="15573375" y="7940675"/>
            <a:ext cx="4692620" cy="4692620"/>
            <a:chOff x="0" y="0"/>
            <a:chExt cx="812800" cy="812800"/>
          </a:xfrm>
        </p:grpSpPr>
        <p:sp>
          <p:nvSpPr>
            <p:cNvPr id="893" name="Google Shape;893;p4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sp>
          <p:nvSpPr>
            <p:cNvPr id="894" name="Google Shape;894;p4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a:ea typeface="Corbel"/>
                <a:cs typeface="Corbel"/>
                <a:sym typeface="Corbel"/>
              </a:endParaRPr>
            </a:p>
          </p:txBody>
        </p:sp>
      </p:grpSp>
      <p:sp>
        <p:nvSpPr>
          <p:cNvPr id="895" name="Google Shape;895;p42"/>
          <p:cNvSpPr txBox="1"/>
          <p:nvPr/>
        </p:nvSpPr>
        <p:spPr>
          <a:xfrm>
            <a:off x="1752600" y="615950"/>
            <a:ext cx="13527000" cy="676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4400"/>
              <a:buFont typeface="Arial"/>
              <a:buNone/>
            </a:pPr>
            <a:r>
              <a:rPr lang="en-US" sz="4400" b="1" i="0" u="none" dirty="0">
                <a:solidFill>
                  <a:schemeClr val="dk1"/>
                </a:solidFill>
                <a:latin typeface="Arial"/>
                <a:ea typeface="Arial"/>
                <a:cs typeface="Arial"/>
                <a:sym typeface="Arial"/>
              </a:rPr>
              <a:t>Publication Status</a:t>
            </a:r>
            <a:endParaRPr dirty="0"/>
          </a:p>
        </p:txBody>
      </p:sp>
      <p:sp>
        <p:nvSpPr>
          <p:cNvPr id="896" name="Google Shape;896;p42"/>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897" name="Google Shape;897;p42"/>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26</a:t>
            </a:fld>
            <a:endParaRPr/>
          </a:p>
        </p:txBody>
      </p:sp>
      <p:sp>
        <p:nvSpPr>
          <p:cNvPr id="899" name="Google Shape;899;p42"/>
          <p:cNvSpPr txBox="1"/>
          <p:nvPr/>
        </p:nvSpPr>
        <p:spPr>
          <a:xfrm>
            <a:off x="990600" y="1390650"/>
            <a:ext cx="16306800" cy="80944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n-US" sz="2000" b="1" i="0" u="none" dirty="0">
                <a:solidFill>
                  <a:schemeClr val="dk1"/>
                </a:solidFill>
                <a:latin typeface="Arial"/>
                <a:ea typeface="Arial"/>
                <a:cs typeface="Arial"/>
                <a:sym typeface="Arial"/>
              </a:rPr>
              <a:t>Conference Details:</a:t>
            </a:r>
            <a:endParaRPr dirty="0"/>
          </a:p>
          <a:p>
            <a:pPr marL="0" marR="0" lvl="0" indent="0" algn="l" rtl="0">
              <a:lnSpc>
                <a:spcPct val="100000"/>
              </a:lnSpc>
              <a:spcBef>
                <a:spcPts val="0"/>
              </a:spcBef>
              <a:spcAft>
                <a:spcPts val="0"/>
              </a:spcAft>
              <a:buClr>
                <a:schemeClr val="dk1"/>
              </a:buClr>
              <a:buSzPts val="2000"/>
              <a:buFont typeface="Corbel"/>
              <a:buNone/>
            </a:pPr>
            <a:endParaRPr sz="2000" b="0" i="0" u="none" dirty="0">
              <a:solidFill>
                <a:schemeClr val="dk1"/>
              </a:solidFill>
              <a:latin typeface="Arial"/>
              <a:ea typeface="Arial"/>
              <a:cs typeface="Arial"/>
              <a:sym typeface="Arial"/>
            </a:endParaRPr>
          </a:p>
          <a:p>
            <a:pPr lvl="0">
              <a:buClr>
                <a:schemeClr val="dk1"/>
              </a:buClr>
              <a:buSzPts val="2000"/>
            </a:pPr>
            <a:r>
              <a:rPr lang="en-US" sz="2000" b="1" i="0" u="none" dirty="0">
                <a:solidFill>
                  <a:schemeClr val="dk1"/>
                </a:solidFill>
                <a:latin typeface="Arial"/>
                <a:ea typeface="Arial"/>
                <a:cs typeface="Arial"/>
                <a:sym typeface="Arial"/>
              </a:rPr>
              <a:t>Conference Name</a:t>
            </a:r>
            <a:r>
              <a:rPr lang="en-US" sz="2000" dirty="0"/>
              <a:t>2026 IEEE International Conference for Convergence in Computing Technology (I3CTCON)</a:t>
            </a:r>
          </a:p>
          <a:p>
            <a:pPr lvl="0">
              <a:buClr>
                <a:schemeClr val="dk1"/>
              </a:buClr>
              <a:buSzPts val="2000"/>
            </a:pPr>
            <a:r>
              <a:rPr lang="en-US" sz="2000" b="1" i="0" u="none" dirty="0">
                <a:solidFill>
                  <a:schemeClr val="dk1"/>
                </a:solidFill>
                <a:latin typeface="Arial"/>
                <a:ea typeface="Arial"/>
                <a:cs typeface="Arial"/>
                <a:sym typeface="Arial"/>
              </a:rPr>
              <a:t>Conference Location:</a:t>
            </a:r>
            <a:r>
              <a:rPr lang="en-US" sz="2000" b="0" i="0" u="none" dirty="0">
                <a:solidFill>
                  <a:schemeClr val="dk1"/>
                </a:solidFill>
                <a:latin typeface="Arial"/>
                <a:ea typeface="Arial"/>
                <a:cs typeface="Arial"/>
                <a:sym typeface="Arial"/>
              </a:rPr>
              <a:t> Pune, </a:t>
            </a:r>
            <a:r>
              <a:rPr lang="en-IN" sz="2000" dirty="0"/>
              <a:t>Maharashtra, India</a:t>
            </a:r>
          </a:p>
          <a:p>
            <a:pPr lvl="0">
              <a:buClr>
                <a:schemeClr val="dk1"/>
              </a:buClr>
              <a:buSzPts val="2000"/>
            </a:pPr>
            <a:r>
              <a:rPr lang="en-US" sz="2000" b="1" i="0" u="none" dirty="0">
                <a:solidFill>
                  <a:schemeClr val="dk1"/>
                </a:solidFill>
                <a:latin typeface="Arial"/>
                <a:ea typeface="Arial"/>
                <a:cs typeface="Arial"/>
                <a:sym typeface="Arial"/>
              </a:rPr>
              <a:t>Conference Dates:</a:t>
            </a:r>
            <a:r>
              <a:rPr lang="en-US" sz="2000" b="0" i="0" u="none" dirty="0">
                <a:solidFill>
                  <a:schemeClr val="dk1"/>
                </a:solidFill>
                <a:latin typeface="Arial"/>
                <a:ea typeface="Arial"/>
                <a:cs typeface="Arial"/>
                <a:sym typeface="Arial"/>
              </a:rPr>
              <a:t> </a:t>
            </a:r>
            <a:r>
              <a:rPr lang="en-IN" sz="2000" dirty="0"/>
              <a:t>13th – 15th March 2026</a:t>
            </a:r>
            <a:endParaRPr dirty="0"/>
          </a:p>
          <a:p>
            <a:pPr lvl="0">
              <a:buClr>
                <a:schemeClr val="dk1"/>
              </a:buClr>
              <a:buSzPts val="2000"/>
            </a:pPr>
            <a:r>
              <a:rPr lang="en-US" sz="2000" b="1" i="0" u="none" dirty="0">
                <a:solidFill>
                  <a:schemeClr val="dk1"/>
                </a:solidFill>
                <a:latin typeface="Arial"/>
                <a:ea typeface="Arial"/>
                <a:cs typeface="Arial"/>
                <a:sym typeface="Arial"/>
              </a:rPr>
              <a:t>Conference Website (Optional):</a:t>
            </a:r>
            <a:r>
              <a:rPr lang="en-US" sz="2000" b="0" i="0" u="none" dirty="0">
                <a:solidFill>
                  <a:schemeClr val="dk1"/>
                </a:solidFill>
                <a:latin typeface="Arial"/>
                <a:ea typeface="Arial"/>
                <a:cs typeface="Arial"/>
                <a:sym typeface="Arial"/>
              </a:rPr>
              <a:t> </a:t>
            </a:r>
            <a:r>
              <a:rPr lang="en-US" sz="2000" dirty="0">
                <a:solidFill>
                  <a:schemeClr val="dk1"/>
                </a:solidFill>
              </a:rPr>
              <a:t>https://i3ctcon.in/</a:t>
            </a:r>
            <a:endParaRPr lang="en-US" dirty="0"/>
          </a:p>
          <a:p>
            <a:pPr marL="0" marR="0" lvl="0" indent="0" algn="l" rtl="0">
              <a:lnSpc>
                <a:spcPct val="100000"/>
              </a:lnSpc>
              <a:spcBef>
                <a:spcPts val="0"/>
              </a:spcBef>
              <a:spcAft>
                <a:spcPts val="0"/>
              </a:spcAft>
              <a:buClr>
                <a:schemeClr val="dk1"/>
              </a:buClr>
              <a:buSzPts val="2000"/>
              <a:buFont typeface="Corbel"/>
              <a:buNone/>
            </a:pPr>
            <a:endParaRPr lang="en-US" sz="20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000" b="1" i="0" u="none" dirty="0">
                <a:solidFill>
                  <a:schemeClr val="dk1"/>
                </a:solidFill>
                <a:latin typeface="Arial"/>
                <a:ea typeface="Arial"/>
                <a:cs typeface="Arial"/>
                <a:sym typeface="Arial"/>
              </a:rPr>
              <a:t>Publication Status:		</a:t>
            </a:r>
            <a:endParaRPr dirty="0"/>
          </a:p>
          <a:p>
            <a:pPr marL="0" marR="0" lvl="0" indent="0" algn="l" rtl="0">
              <a:lnSpc>
                <a:spcPct val="100000"/>
              </a:lnSpc>
              <a:spcBef>
                <a:spcPts val="0"/>
              </a:spcBef>
              <a:spcAft>
                <a:spcPts val="0"/>
              </a:spcAft>
              <a:buClr>
                <a:schemeClr val="dk1"/>
              </a:buClr>
              <a:buSzPts val="2000"/>
              <a:buFont typeface="Corbel"/>
              <a:buNone/>
            </a:pPr>
            <a:endParaRPr sz="2000" b="0" i="0" u="none" dirty="0">
              <a:solidFill>
                <a:schemeClr val="dk1"/>
              </a:solidFill>
              <a:latin typeface="Arial"/>
              <a:ea typeface="Arial"/>
              <a:cs typeface="Arial"/>
              <a:sym typeface="Arial"/>
            </a:endParaRPr>
          </a:p>
          <a:p>
            <a:pPr lvl="0">
              <a:buClr>
                <a:schemeClr val="dk1"/>
              </a:buClr>
              <a:buSzPts val="2000"/>
            </a:pPr>
            <a:r>
              <a:rPr lang="en-US" sz="2000" b="1" i="0" u="none" dirty="0">
                <a:solidFill>
                  <a:schemeClr val="dk1"/>
                </a:solidFill>
                <a:latin typeface="Arial"/>
                <a:ea typeface="Arial"/>
                <a:cs typeface="Arial"/>
                <a:sym typeface="Arial"/>
              </a:rPr>
              <a:t>Paper Title:</a:t>
            </a:r>
            <a:r>
              <a:rPr lang="en-US" sz="2000" b="0" i="0" u="none" dirty="0">
                <a:solidFill>
                  <a:schemeClr val="dk1"/>
                </a:solidFill>
                <a:latin typeface="Arial"/>
                <a:ea typeface="Arial"/>
                <a:cs typeface="Arial"/>
                <a:sym typeface="Arial"/>
              </a:rPr>
              <a:t> </a:t>
            </a:r>
            <a:r>
              <a:rPr lang="en-US" sz="2000" dirty="0"/>
              <a:t>A Hybrid Approach for Predictive Waste Classification and Resource Optimization using Deep Transfer Learning and Reinforcement Learning</a:t>
            </a:r>
            <a:endParaRPr lang="en-US" sz="2000" dirty="0">
              <a:solidFill>
                <a:schemeClr val="dk1"/>
              </a:solidFill>
            </a:endParaRPr>
          </a:p>
          <a:p>
            <a:pPr lvl="0">
              <a:buClr>
                <a:schemeClr val="dk1"/>
              </a:buClr>
              <a:buSzPts val="2000"/>
            </a:pPr>
            <a:r>
              <a:rPr lang="en-US" sz="2000" b="1" i="0" u="none" dirty="0">
                <a:solidFill>
                  <a:schemeClr val="dk1"/>
                </a:solidFill>
                <a:latin typeface="Arial"/>
                <a:ea typeface="Arial"/>
                <a:cs typeface="Arial"/>
                <a:sym typeface="Arial"/>
              </a:rPr>
              <a:t>Authors:</a:t>
            </a:r>
            <a:r>
              <a:rPr lang="en-US" sz="2000" b="0" i="0" u="none" dirty="0">
                <a:solidFill>
                  <a:schemeClr val="dk1"/>
                </a:solidFill>
                <a:latin typeface="Arial"/>
                <a:ea typeface="Arial"/>
                <a:cs typeface="Arial"/>
                <a:sym typeface="Arial"/>
              </a:rPr>
              <a:t> </a:t>
            </a:r>
            <a:r>
              <a:rPr lang="en-IN" sz="2000" dirty="0"/>
              <a:t>Navadeep J, B. Sai Sumanth, N. </a:t>
            </a:r>
            <a:r>
              <a:rPr lang="en-IN" sz="2000" dirty="0" err="1"/>
              <a:t>Krishnammal</a:t>
            </a:r>
            <a:r>
              <a:rPr lang="en-IN" sz="2000" dirty="0"/>
              <a:t>, K. Priya</a:t>
            </a:r>
            <a:endParaRPr lang="en-US" sz="2000" dirty="0"/>
          </a:p>
          <a:p>
            <a:pPr marL="0" marR="0" lvl="0" indent="0" algn="l" rtl="0">
              <a:lnSpc>
                <a:spcPct val="100000"/>
              </a:lnSpc>
              <a:spcBef>
                <a:spcPts val="0"/>
              </a:spcBef>
              <a:spcAft>
                <a:spcPts val="0"/>
              </a:spcAft>
              <a:buClr>
                <a:schemeClr val="dk1"/>
              </a:buClr>
              <a:buSzPts val="2000"/>
              <a:buFont typeface="Corbel"/>
              <a:buNone/>
            </a:pPr>
            <a:endParaRPr lang="en-US" sz="2000" b="0" i="0" u="none" dirty="0">
              <a:solidFill>
                <a:schemeClr val="dk1"/>
              </a:solidFill>
              <a:latin typeface="Arial"/>
              <a:ea typeface="Arial"/>
              <a:cs typeface="Arial"/>
              <a:sym typeface="Arial"/>
            </a:endParaRPr>
          </a:p>
          <a:p>
            <a:pPr lvl="0">
              <a:buClr>
                <a:schemeClr val="dk1"/>
              </a:buClr>
              <a:buSzPts val="2000"/>
            </a:pPr>
            <a:r>
              <a:rPr lang="en-US" sz="2000" b="1" i="0" u="none" dirty="0">
                <a:solidFill>
                  <a:schemeClr val="dk1"/>
                </a:solidFill>
                <a:latin typeface="Arial"/>
                <a:ea typeface="Arial"/>
                <a:cs typeface="Arial"/>
                <a:sym typeface="Arial"/>
              </a:rPr>
              <a:t>Status:</a:t>
            </a:r>
            <a:r>
              <a:rPr lang="en-US" sz="2000" b="0" i="0" u="none" dirty="0">
                <a:solidFill>
                  <a:schemeClr val="dk1"/>
                </a:solidFill>
                <a:latin typeface="Arial"/>
                <a:ea typeface="Arial"/>
                <a:cs typeface="Arial"/>
                <a:sym typeface="Arial"/>
              </a:rPr>
              <a:t> </a:t>
            </a:r>
            <a:r>
              <a:rPr lang="en-IN" sz="2000" dirty="0"/>
              <a:t>Accepted &amp; Presented:</a:t>
            </a:r>
            <a:endParaRPr sz="2000" dirty="0"/>
          </a:p>
          <a:p>
            <a:pPr lvl="0">
              <a:buClr>
                <a:schemeClr val="dk1"/>
              </a:buClr>
              <a:buSzPts val="2000"/>
            </a:pPr>
            <a:r>
              <a:rPr lang="en-US" sz="2000" b="1" i="0" u="none" dirty="0">
                <a:solidFill>
                  <a:schemeClr val="dk1"/>
                </a:solidFill>
                <a:latin typeface="Arial"/>
                <a:ea typeface="Arial"/>
                <a:cs typeface="Arial"/>
                <a:sym typeface="Arial"/>
              </a:rPr>
              <a:t>Accepted &amp; Presented:</a:t>
            </a:r>
            <a:r>
              <a:rPr lang="en-US" sz="2000" b="0" i="0" u="none" dirty="0">
                <a:solidFill>
                  <a:schemeClr val="dk1"/>
                </a:solidFill>
                <a:latin typeface="Arial"/>
                <a:ea typeface="Arial"/>
                <a:cs typeface="Arial"/>
                <a:sym typeface="Arial"/>
              </a:rPr>
              <a:t> “</a:t>
            </a:r>
            <a:r>
              <a:rPr lang="en-US" sz="2000" dirty="0"/>
              <a:t>Our paper titled </a:t>
            </a:r>
            <a:r>
              <a:rPr lang="en-US" sz="2000" i="1" dirty="0"/>
              <a:t>'A Hybrid Approach for Predictive Waste Classification and Resource Optimization using Deep Transfer Learning and Reinforcement Learning'</a:t>
            </a:r>
            <a:r>
              <a:rPr lang="en-US" sz="2000" dirty="0"/>
              <a:t> has been accepted for publication and successfully presented at the 2026 IEEE I3CTCON Conference.</a:t>
            </a:r>
            <a:r>
              <a:rPr lang="en-US" sz="2000" i="0" u="none" dirty="0">
                <a:solidFill>
                  <a:schemeClr val="dk1"/>
                </a:solidFill>
                <a:latin typeface="Arial"/>
                <a:ea typeface="Arial"/>
                <a:cs typeface="Arial"/>
                <a:sym typeface="Arial"/>
              </a:rPr>
              <a:t>”</a:t>
            </a:r>
          </a:p>
          <a:p>
            <a:pPr marL="0" marR="0" lvl="0" indent="0" algn="l" rtl="0">
              <a:lnSpc>
                <a:spcPct val="100000"/>
              </a:lnSpc>
              <a:spcBef>
                <a:spcPts val="0"/>
              </a:spcBef>
              <a:spcAft>
                <a:spcPts val="0"/>
              </a:spcAft>
              <a:buClr>
                <a:schemeClr val="dk1"/>
              </a:buClr>
              <a:buSzPts val="2000"/>
              <a:buFont typeface="Arial"/>
              <a:buNone/>
            </a:pPr>
            <a:r>
              <a:rPr lang="en-US" sz="2000" b="1" i="0" u="none" dirty="0">
                <a:solidFill>
                  <a:schemeClr val="dk1"/>
                </a:solidFill>
                <a:latin typeface="Arial"/>
                <a:ea typeface="Arial"/>
                <a:cs typeface="Arial"/>
                <a:sym typeface="Arial"/>
              </a:rPr>
              <a:t>Planned Submission:</a:t>
            </a:r>
            <a:r>
              <a:rPr lang="en-US" sz="2000" b="0" i="0" u="none" dirty="0">
                <a:solidFill>
                  <a:schemeClr val="dk1"/>
                </a:solidFill>
                <a:latin typeface="Arial"/>
                <a:ea typeface="Arial"/>
                <a:cs typeface="Arial"/>
                <a:sym typeface="Arial"/>
              </a:rPr>
              <a:t> "We are currently waiting for </a:t>
            </a:r>
            <a:r>
              <a:rPr lang="en-US" sz="2000" dirty="0">
                <a:solidFill>
                  <a:schemeClr val="dk1"/>
                </a:solidFill>
              </a:rPr>
              <a:t>the paper publication</a:t>
            </a:r>
            <a:r>
              <a:rPr lang="en-US" sz="2000" b="0" i="0" u="none" dirty="0">
                <a:solidFill>
                  <a:schemeClr val="dk1"/>
                </a:solidFill>
                <a:latin typeface="Arial"/>
                <a:ea typeface="Arial"/>
                <a:cs typeface="Arial"/>
                <a:sym typeface="Arial"/>
              </a:rPr>
              <a:t> within few days.</a:t>
            </a:r>
            <a:endParaRPr dirty="0"/>
          </a:p>
          <a:p>
            <a:pPr marL="0" marR="0" lvl="0" indent="0" algn="l" rtl="0">
              <a:lnSpc>
                <a:spcPct val="100000"/>
              </a:lnSpc>
              <a:spcBef>
                <a:spcPts val="0"/>
              </a:spcBef>
              <a:spcAft>
                <a:spcPts val="0"/>
              </a:spcAft>
              <a:buClr>
                <a:schemeClr val="dk1"/>
              </a:buClr>
              <a:buSzPts val="2000"/>
              <a:buFont typeface="Corbel"/>
              <a:buNone/>
            </a:pPr>
            <a:endParaRPr sz="20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US" sz="2000" b="1" i="0" u="none" dirty="0">
                <a:solidFill>
                  <a:schemeClr val="dk1"/>
                </a:solidFill>
                <a:latin typeface="Arial"/>
                <a:ea typeface="Arial"/>
                <a:cs typeface="Arial"/>
                <a:sym typeface="Arial"/>
              </a:rPr>
              <a:t>Significance:</a:t>
            </a:r>
            <a:endParaRPr dirty="0"/>
          </a:p>
          <a:p>
            <a:pPr marL="0" marR="0" lvl="0" indent="0" algn="l" rtl="0">
              <a:lnSpc>
                <a:spcPct val="100000"/>
              </a:lnSpc>
              <a:spcBef>
                <a:spcPts val="0"/>
              </a:spcBef>
              <a:spcAft>
                <a:spcPts val="0"/>
              </a:spcAft>
              <a:buClr>
                <a:schemeClr val="dk1"/>
              </a:buClr>
              <a:buSzPts val="2000"/>
              <a:buFont typeface="Corbel"/>
              <a:buNone/>
            </a:pPr>
            <a:endParaRPr sz="2000" b="0" i="0" u="none" dirty="0">
              <a:solidFill>
                <a:schemeClr val="dk1"/>
              </a:solidFill>
              <a:latin typeface="Arial"/>
              <a:ea typeface="Arial"/>
              <a:cs typeface="Arial"/>
              <a:sym typeface="Arial"/>
            </a:endParaRPr>
          </a:p>
          <a:p>
            <a:pPr lvl="0">
              <a:buClr>
                <a:schemeClr val="dk1"/>
              </a:buClr>
              <a:buSzPts val="2000"/>
            </a:pPr>
            <a:r>
              <a:rPr lang="en-US" sz="2000" dirty="0"/>
              <a:t>Publication in an IEEE International Conference highlights the novelty and technical contribution of our AI-based waste management system</a:t>
            </a:r>
          </a:p>
          <a:p>
            <a:pPr lvl="0">
              <a:buClr>
                <a:schemeClr val="dk1"/>
              </a:buClr>
              <a:buSzPts val="2000"/>
            </a:pPr>
            <a:r>
              <a:rPr lang="en-US" sz="2000" dirty="0"/>
              <a:t>Provides global recognition and validation of our research work</a:t>
            </a:r>
          </a:p>
          <a:p>
            <a:pPr lvl="0">
              <a:buClr>
                <a:schemeClr val="dk1"/>
              </a:buClr>
              <a:buSzPts val="2000"/>
            </a:pPr>
            <a:r>
              <a:rPr lang="en-US" sz="2000" dirty="0"/>
              <a:t>Contributes to advancements in AI-driven sustainable smart city solutions</a:t>
            </a:r>
          </a:p>
          <a:p>
            <a:pPr lvl="0">
              <a:buClr>
                <a:schemeClr val="dk1"/>
              </a:buClr>
              <a:buSzPts val="2000"/>
            </a:pPr>
            <a:endParaRPr sz="2000" b="0" i="0" u="none" dirty="0">
              <a:solidFill>
                <a:schemeClr val="dk1"/>
              </a:solidFill>
              <a:latin typeface="Arial"/>
              <a:ea typeface="Arial"/>
              <a:cs typeface="Arial"/>
              <a:sym typeface="Arial"/>
            </a:endParaRPr>
          </a:p>
          <a:p>
            <a:pPr lvl="0">
              <a:buClr>
                <a:schemeClr val="dk1"/>
              </a:buClr>
              <a:buSzPts val="2000"/>
            </a:pPr>
            <a:r>
              <a:rPr lang="en-US" sz="2000" b="1" i="0" u="none" dirty="0">
                <a:solidFill>
                  <a:schemeClr val="dk1"/>
                </a:solidFill>
                <a:latin typeface="Arial"/>
                <a:ea typeface="Arial"/>
                <a:cs typeface="Arial"/>
                <a:sym typeface="Arial"/>
              </a:rPr>
              <a:t>DOI or Link:</a:t>
            </a:r>
            <a:r>
              <a:rPr lang="en-US" sz="2000" b="0" i="0" u="none" dirty="0">
                <a:solidFill>
                  <a:schemeClr val="dk1"/>
                </a:solidFill>
                <a:latin typeface="Arial"/>
                <a:ea typeface="Arial"/>
                <a:cs typeface="Arial"/>
                <a:sym typeface="Arial"/>
              </a:rPr>
              <a:t> </a:t>
            </a:r>
            <a:r>
              <a:rPr lang="en-US" sz="2000" dirty="0"/>
              <a:t>To be updated after IEEE Xplore paper publication</a:t>
            </a:r>
            <a:endParaRPr sz="2000" b="0" i="0" u="none" dirty="0">
              <a:solidFill>
                <a:schemeClr val="dk1"/>
              </a:solidFill>
              <a:latin typeface="Arial"/>
              <a:ea typeface="Arial"/>
              <a:cs typeface="Arial"/>
              <a:sym typeface="Arial"/>
            </a:endParaRPr>
          </a:p>
        </p:txBody>
      </p:sp>
      <p:sp>
        <p:nvSpPr>
          <p:cNvPr id="2" name="Google Shape;583;p16">
            <a:extLst>
              <a:ext uri="{FF2B5EF4-FFF2-40B4-BE49-F238E27FC236}">
                <a16:creationId xmlns:a16="http://schemas.microsoft.com/office/drawing/2014/main" id="{1859E5D0-2D09-7304-25A5-4EAC8D940921}"/>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44"/>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917" name="Google Shape;917;p44"/>
          <p:cNvSpPr txBox="1"/>
          <p:nvPr/>
        </p:nvSpPr>
        <p:spPr>
          <a:xfrm>
            <a:off x="1676400" y="876300"/>
            <a:ext cx="9144000" cy="579300"/>
          </a:xfrm>
          <a:prstGeom prst="rect">
            <a:avLst/>
          </a:prstGeom>
          <a:noFill/>
          <a:ln>
            <a:noFill/>
          </a:ln>
        </p:spPr>
        <p:txBody>
          <a:bodyPr spcFirstLastPara="1" wrap="square" lIns="91425" tIns="45700" rIns="91425" bIns="45700" anchor="t" anchorCtr="0">
            <a:spAutoFit/>
          </a:bodyPr>
          <a:lstStyle/>
          <a:p>
            <a:pPr marL="0" marR="0" lvl="0" indent="0" algn="l" rtl="0">
              <a:lnSpc>
                <a:spcPct val="102777"/>
              </a:lnSpc>
              <a:spcBef>
                <a:spcPts val="0"/>
              </a:spcBef>
              <a:spcAft>
                <a:spcPts val="0"/>
              </a:spcAft>
              <a:buClr>
                <a:srgbClr val="000000"/>
              </a:buClr>
              <a:buSzPts val="3600"/>
              <a:buFont typeface="Arial"/>
              <a:buNone/>
            </a:pPr>
            <a:r>
              <a:rPr lang="en-US" sz="3600" b="1" i="0" u="none" dirty="0">
                <a:solidFill>
                  <a:srgbClr val="000000"/>
                </a:solidFill>
                <a:latin typeface="Arial"/>
                <a:ea typeface="Arial"/>
                <a:cs typeface="Arial"/>
                <a:sym typeface="Arial"/>
              </a:rPr>
              <a:t>References(</a:t>
            </a:r>
            <a:r>
              <a:rPr lang="en-US" sz="3600" b="1" i="0" u="none" dirty="0">
                <a:solidFill>
                  <a:schemeClr val="dk1"/>
                </a:solidFill>
                <a:latin typeface="Arial"/>
                <a:ea typeface="Arial"/>
                <a:cs typeface="Arial"/>
                <a:sym typeface="Arial"/>
              </a:rPr>
              <a:t>as per IEEE format only)</a:t>
            </a:r>
            <a:endParaRPr dirty="0"/>
          </a:p>
        </p:txBody>
      </p:sp>
      <p:sp>
        <p:nvSpPr>
          <p:cNvPr id="2" name="Google Shape;583;p16">
            <a:extLst>
              <a:ext uri="{FF2B5EF4-FFF2-40B4-BE49-F238E27FC236}">
                <a16:creationId xmlns:a16="http://schemas.microsoft.com/office/drawing/2014/main" id="{07227918-44D0-3F43-744E-AA98897AFB86}"/>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
        <p:nvSpPr>
          <p:cNvPr id="3" name="TextBox 1">
            <a:extLst>
              <a:ext uri="{FF2B5EF4-FFF2-40B4-BE49-F238E27FC236}">
                <a16:creationId xmlns:a16="http://schemas.microsoft.com/office/drawing/2014/main" id="{86F712C8-909F-2495-AF2F-4CCB41582B7E}"/>
              </a:ext>
            </a:extLst>
          </p:cNvPr>
          <p:cNvSpPr txBox="1">
            <a:spLocks noChangeArrowheads="1"/>
          </p:cNvSpPr>
          <p:nvPr/>
        </p:nvSpPr>
        <p:spPr bwMode="auto">
          <a:xfrm>
            <a:off x="788153" y="2143125"/>
            <a:ext cx="161544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just"/>
            <a:r>
              <a:rPr lang="en-IN" altLang="en-US" sz="2400" dirty="0">
                <a:latin typeface="Arial" panose="020B0604020202020204" pitchFamily="34" charset="0"/>
                <a:cs typeface="Arial" panose="020B0604020202020204" pitchFamily="34" charset="0"/>
              </a:rPr>
              <a:t>[1] H. Abdu and M. H. M. Noor, “A survey on waste detection and classification using deep learning,” IEEE Access, vol.          	10, pp. 128151–128165, 2022. </a:t>
            </a:r>
          </a:p>
          <a:p>
            <a:pPr algn="just"/>
            <a:r>
              <a:rPr lang="en-IN" altLang="en-US" sz="2400" dirty="0">
                <a:latin typeface="Arial" panose="020B0604020202020204" pitchFamily="34" charset="0"/>
                <a:cs typeface="Arial" panose="020B0604020202020204" pitchFamily="34" charset="0"/>
              </a:rPr>
              <a:t>[2] U. K. </a:t>
            </a:r>
            <a:r>
              <a:rPr lang="en-IN" altLang="en-US" sz="2400" dirty="0" err="1">
                <a:latin typeface="Arial" panose="020B0604020202020204" pitchFamily="34" charset="0"/>
                <a:cs typeface="Arial" panose="020B0604020202020204" pitchFamily="34" charset="0"/>
              </a:rPr>
              <a:t>Lilhore</a:t>
            </a:r>
            <a:r>
              <a:rPr lang="en-IN" altLang="en-US" sz="2400" dirty="0">
                <a:latin typeface="Arial" panose="020B0604020202020204" pitchFamily="34" charset="0"/>
                <a:cs typeface="Arial" panose="020B0604020202020204" pitchFamily="34" charset="0"/>
              </a:rPr>
              <a:t>, S. </a:t>
            </a:r>
            <a:r>
              <a:rPr lang="en-IN" altLang="en-US" sz="2400" dirty="0" err="1">
                <a:latin typeface="Arial" panose="020B0604020202020204" pitchFamily="34" charset="0"/>
                <a:cs typeface="Arial" panose="020B0604020202020204" pitchFamily="34" charset="0"/>
              </a:rPr>
              <a:t>Simaiya</a:t>
            </a:r>
            <a:r>
              <a:rPr lang="en-IN" altLang="en-US" sz="2400" dirty="0">
                <a:latin typeface="Arial" panose="020B0604020202020204" pitchFamily="34" charset="0"/>
                <a:cs typeface="Arial" panose="020B0604020202020204" pitchFamily="34" charset="0"/>
              </a:rPr>
              <a:t>, S. Dalal, and R. Damaˇ </a:t>
            </a:r>
            <a:r>
              <a:rPr lang="en-IN" altLang="en-US" sz="2400" dirty="0" err="1">
                <a:latin typeface="Arial" panose="020B0604020202020204" pitchFamily="34" charset="0"/>
                <a:cs typeface="Arial" panose="020B0604020202020204" pitchFamily="34" charset="0"/>
              </a:rPr>
              <a:t>sevi</a:t>
            </a:r>
            <a:r>
              <a:rPr lang="en-IN" altLang="en-US" sz="2400" dirty="0">
                <a:latin typeface="Arial" panose="020B0604020202020204" pitchFamily="34" charset="0"/>
                <a:cs typeface="Arial" panose="020B0604020202020204" pitchFamily="34" charset="0"/>
              </a:rPr>
              <a:t>ˇ </a:t>
            </a:r>
            <a:r>
              <a:rPr lang="en-IN" altLang="en-US" sz="2400" dirty="0" err="1">
                <a:latin typeface="Arial" panose="020B0604020202020204" pitchFamily="34" charset="0"/>
                <a:cs typeface="Arial" panose="020B0604020202020204" pitchFamily="34" charset="0"/>
              </a:rPr>
              <a:t>cius</a:t>
            </a:r>
            <a:r>
              <a:rPr lang="en-IN" altLang="en-US" sz="2400" dirty="0">
                <a:latin typeface="Arial" panose="020B0604020202020204" pitchFamily="34" charset="0"/>
                <a:cs typeface="Arial" panose="020B0604020202020204" pitchFamily="34" charset="0"/>
              </a:rPr>
              <a:t>, “A smart waste classification model using hybrid CNN 	LSTM with transfer learning for sustainable environ </a:t>
            </a:r>
            <a:r>
              <a:rPr lang="en-IN" altLang="en-US" sz="2400" dirty="0" err="1">
                <a:latin typeface="Arial" panose="020B0604020202020204" pitchFamily="34" charset="0"/>
                <a:cs typeface="Arial" panose="020B0604020202020204" pitchFamily="34" charset="0"/>
              </a:rPr>
              <a:t>ment</a:t>
            </a:r>
            <a:r>
              <a:rPr lang="en-IN" altLang="en-US" sz="2400" dirty="0">
                <a:latin typeface="Arial" panose="020B0604020202020204" pitchFamily="34" charset="0"/>
                <a:cs typeface="Arial" panose="020B0604020202020204" pitchFamily="34" charset="0"/>
              </a:rPr>
              <a:t>,” </a:t>
            </a:r>
            <a:r>
              <a:rPr lang="en-IN" altLang="en-US" sz="2400" dirty="0" err="1">
                <a:latin typeface="Arial" panose="020B0604020202020204" pitchFamily="34" charset="0"/>
                <a:cs typeface="Arial" panose="020B0604020202020204" pitchFamily="34" charset="0"/>
              </a:rPr>
              <a:t>Multimed</a:t>
            </a:r>
            <a:r>
              <a:rPr lang="en-IN" altLang="en-US" sz="2400" dirty="0">
                <a:latin typeface="Arial" panose="020B0604020202020204" pitchFamily="34" charset="0"/>
                <a:cs typeface="Arial" panose="020B0604020202020204" pitchFamily="34" charset="0"/>
              </a:rPr>
              <a:t>. Tools Appl., vol. 83, no. 10, pp. 29505 29529, 	2024. </a:t>
            </a:r>
          </a:p>
          <a:p>
            <a:pPr algn="just"/>
            <a:r>
              <a:rPr lang="en-IN" altLang="en-US" sz="2400" dirty="0">
                <a:latin typeface="Arial" panose="020B0604020202020204" pitchFamily="34" charset="0"/>
                <a:cs typeface="Arial" panose="020B0604020202020204" pitchFamily="34" charset="0"/>
              </a:rPr>
              <a:t>[3] U. K. </a:t>
            </a:r>
            <a:r>
              <a:rPr lang="en-IN" altLang="en-US" sz="2400" dirty="0" err="1">
                <a:latin typeface="Arial" panose="020B0604020202020204" pitchFamily="34" charset="0"/>
                <a:cs typeface="Arial" panose="020B0604020202020204" pitchFamily="34" charset="0"/>
              </a:rPr>
              <a:t>Lilhore</a:t>
            </a:r>
            <a:r>
              <a:rPr lang="en-IN" altLang="en-US" sz="2400" dirty="0">
                <a:latin typeface="Arial" panose="020B0604020202020204" pitchFamily="34" charset="0"/>
                <a:cs typeface="Arial" panose="020B0604020202020204" pitchFamily="34" charset="0"/>
              </a:rPr>
              <a:t>, S. </a:t>
            </a:r>
            <a:r>
              <a:rPr lang="en-IN" altLang="en-US" sz="2400" dirty="0" err="1">
                <a:latin typeface="Arial" panose="020B0604020202020204" pitchFamily="34" charset="0"/>
                <a:cs typeface="Arial" panose="020B0604020202020204" pitchFamily="34" charset="0"/>
              </a:rPr>
              <a:t>Simaiya</a:t>
            </a:r>
            <a:r>
              <a:rPr lang="en-IN" altLang="en-US" sz="2400" dirty="0">
                <a:latin typeface="Arial" panose="020B0604020202020204" pitchFamily="34" charset="0"/>
                <a:cs typeface="Arial" panose="020B0604020202020204" pitchFamily="34" charset="0"/>
              </a:rPr>
              <a:t>, S. Dalal, M. Radulescu, and D. </a:t>
            </a:r>
            <a:r>
              <a:rPr lang="en-IN" altLang="en-US" sz="2400" dirty="0" err="1">
                <a:latin typeface="Arial" panose="020B0604020202020204" pitchFamily="34" charset="0"/>
                <a:cs typeface="Arial" panose="020B0604020202020204" pitchFamily="34" charset="0"/>
              </a:rPr>
              <a:t>Balsalobre</a:t>
            </a:r>
            <a:r>
              <a:rPr lang="en-IN" altLang="en-US" sz="2400" dirty="0">
                <a:latin typeface="Arial" panose="020B0604020202020204" pitchFamily="34" charset="0"/>
                <a:cs typeface="Arial" panose="020B0604020202020204" pitchFamily="34" charset="0"/>
              </a:rPr>
              <a:t>-Lorente, “Intelligent waste sorting for 	sustainable environment: A hybrid deep learning and transfer learning model,” Gondwana Research, vol. 146, pp. 	252–266, 2025. </a:t>
            </a:r>
          </a:p>
          <a:p>
            <a:pPr algn="just"/>
            <a:r>
              <a:rPr lang="en-IN" altLang="en-US" sz="2400" dirty="0">
                <a:latin typeface="Arial" panose="020B0604020202020204" pitchFamily="34" charset="0"/>
                <a:cs typeface="Arial" panose="020B0604020202020204" pitchFamily="34" charset="0"/>
              </a:rPr>
              <a:t>[4] F. Wu and H. Lin, “Effect of transfer learning on the performance of VGGNet-16 and ResNet-50 for the 	classification of organic and residual waste,” Front. Environ. Sci., vol. 10, Art. no. 1043843, 2022.</a:t>
            </a:r>
          </a:p>
          <a:p>
            <a:pPr algn="just"/>
            <a:r>
              <a:rPr lang="en-IN" altLang="en-US" sz="2400" dirty="0">
                <a:latin typeface="Arial" panose="020B0604020202020204" pitchFamily="34" charset="0"/>
                <a:cs typeface="Arial" panose="020B0604020202020204" pitchFamily="34" charset="0"/>
              </a:rPr>
              <a:t>[5] M. Hossen et al., “Waste image classification based on transfer learning and convolutional neural network,” Waste 	Manag., vol. 174, pp. 439–450, Feb. 2024. </a:t>
            </a:r>
          </a:p>
          <a:p>
            <a:pPr algn="just"/>
            <a:r>
              <a:rPr lang="en-IN" altLang="en-US" sz="2400" dirty="0">
                <a:latin typeface="Arial" panose="020B0604020202020204" pitchFamily="34" charset="0"/>
                <a:cs typeface="Arial" panose="020B0604020202020204" pitchFamily="34" charset="0"/>
              </a:rPr>
              <a:t>[6] J. Gao, A. Wahlen, C. Ju, Y. Chen, G. Lan, and Z. Tong, “Reinforcement learning-based control for waste 	biorefining processes under uncertainty,” Commun. Eng., vol. 3, no. 1, Art. no. 38, 2024. </a:t>
            </a:r>
          </a:p>
          <a:p>
            <a:pPr algn="just"/>
            <a:r>
              <a:rPr lang="en-IN" altLang="en-US" sz="2400" dirty="0">
                <a:latin typeface="Arial" panose="020B0604020202020204" pitchFamily="34" charset="0"/>
                <a:cs typeface="Arial" panose="020B0604020202020204" pitchFamily="34" charset="0"/>
              </a:rPr>
              <a:t>[7] W. Xia, Y. Jiang, X. Chen, and R. Zhao, “Application of machine learning algorithms in municipal solid waste 	management: A mini review,” Waste Manag. Res., vol. 40, no. 6, pp. 609–624, 2022.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45"/>
          <p:cNvSpPr txBox="1"/>
          <p:nvPr/>
        </p:nvSpPr>
        <p:spPr>
          <a:xfrm>
            <a:off x="4778959" y="3520741"/>
            <a:ext cx="9153610" cy="2234907"/>
          </a:xfrm>
          <a:prstGeom prst="rect">
            <a:avLst/>
          </a:prstGeom>
          <a:noFill/>
          <a:ln>
            <a:noFill/>
          </a:ln>
        </p:spPr>
        <p:txBody>
          <a:bodyPr spcFirstLastPara="1" wrap="square" lIns="0" tIns="0" rIns="0" bIns="0" anchor="t" anchorCtr="0">
            <a:spAutoFit/>
          </a:bodyPr>
          <a:lstStyle/>
          <a:p>
            <a:pPr marL="0" marR="0" lvl="0" indent="0" algn="l" rtl="0">
              <a:lnSpc>
                <a:spcPct val="140776"/>
              </a:lnSpc>
              <a:spcBef>
                <a:spcPts val="0"/>
              </a:spcBef>
              <a:spcAft>
                <a:spcPts val="0"/>
              </a:spcAft>
              <a:buClr>
                <a:srgbClr val="051D40"/>
              </a:buClr>
              <a:buSzPts val="10300"/>
              <a:buFont typeface="Open Sans ExtraBold"/>
              <a:buNone/>
            </a:pPr>
            <a:r>
              <a:rPr lang="en-US" sz="10300" b="1" i="0" u="none" dirty="0">
                <a:solidFill>
                  <a:srgbClr val="051D40"/>
                </a:solidFill>
                <a:latin typeface="Open Sans ExtraBold"/>
                <a:ea typeface="Open Sans ExtraBold"/>
                <a:cs typeface="Open Sans ExtraBold"/>
                <a:sym typeface="Open Sans ExtraBold"/>
              </a:rPr>
              <a:t>THANK YOU!</a:t>
            </a:r>
            <a:endParaRPr dirty="0"/>
          </a:p>
        </p:txBody>
      </p:sp>
      <p:sp>
        <p:nvSpPr>
          <p:cNvPr id="924" name="Google Shape;924;p45"/>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a:buNone/>
            </a:pPr>
            <a:r>
              <a:rPr lang="en-US" sz="1600" b="0" i="0" u="none">
                <a:solidFill>
                  <a:srgbClr val="7F7F7F"/>
                </a:solidFill>
                <a:latin typeface="Corbel"/>
                <a:ea typeface="Corbel"/>
                <a:cs typeface="Corbel"/>
                <a:sym typeface="Corbel"/>
              </a:rPr>
              <a:t>*</a:t>
            </a:r>
            <a:endParaRPr/>
          </a:p>
        </p:txBody>
      </p:sp>
      <p:sp>
        <p:nvSpPr>
          <p:cNvPr id="925" name="Google Shape;925;p45"/>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a:buNone/>
            </a:pPr>
            <a:fld id="{00000000-1234-1234-1234-123412341234}" type="slidenum">
              <a:rPr lang="en-US" sz="1800" b="1" i="0" u="none">
                <a:solidFill>
                  <a:schemeClr val="accent1"/>
                </a:solidFill>
                <a:latin typeface="Corbel"/>
                <a:ea typeface="Corbel"/>
                <a:cs typeface="Corbel"/>
                <a:sym typeface="Corbel"/>
              </a:rPr>
              <a:t>28</a:t>
            </a:fld>
            <a:endParaRPr/>
          </a:p>
        </p:txBody>
      </p:sp>
      <p:sp>
        <p:nvSpPr>
          <p:cNvPr id="2" name="Google Shape;583;p16">
            <a:extLst>
              <a:ext uri="{FF2B5EF4-FFF2-40B4-BE49-F238E27FC236}">
                <a16:creationId xmlns:a16="http://schemas.microsoft.com/office/drawing/2014/main" id="{6602DFE5-2512-2F0A-092F-B1048256B562}"/>
              </a:ext>
            </a:extLst>
          </p:cNvPr>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BATCH NO: 15                 DEPARTMENT OF ARTIFICIAL INTELLIGENCE AND DATA SCIENCE</a:t>
            </a:r>
            <a:endParaRPr dirty="0"/>
          </a:p>
        </p:txBody>
      </p:sp>
    </p:spTree>
  </p:cSld>
  <p:clrMapOvr>
    <a:masterClrMapping/>
  </p:clrMapOvr>
</p:sld>
</file>

<file path=ppt/theme/theme1.xml><?xml version="1.0" encoding="utf-8"?>
<a:theme xmlns:a="http://schemas.openxmlformats.org/drawingml/2006/main" name="2_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TotalTime>
  <Words>3842</Words>
  <Application>Microsoft Office PowerPoint</Application>
  <PresentationFormat>Custom</PresentationFormat>
  <Paragraphs>438</Paragraphs>
  <Slides>28</Slides>
  <Notes>28</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28</vt:i4>
      </vt:variant>
    </vt:vector>
  </HeadingPairs>
  <TitlesOfParts>
    <vt:vector size="39" baseType="lpstr">
      <vt:lpstr>Arial</vt:lpstr>
      <vt:lpstr>Corbel</vt:lpstr>
      <vt:lpstr>Noto Sans Symbols</vt:lpstr>
      <vt:lpstr>Open Sans ExtraBold</vt:lpstr>
      <vt:lpstr>Poppins</vt:lpstr>
      <vt:lpstr>Times New Roman</vt:lpstr>
      <vt:lpstr>Wingdings</vt:lpstr>
      <vt:lpstr>2_Frame</vt:lpstr>
      <vt:lpstr>Frame</vt:lpstr>
      <vt:lpstr>1_Frame</vt:lpstr>
      <vt:lpstr>3_Frame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rajaprakash s</dc:creator>
  <cp:lastModifiedBy>Navadeep Jakkamsetti</cp:lastModifiedBy>
  <cp:revision>3</cp:revision>
  <dcterms:modified xsi:type="dcterms:W3CDTF">2026-04-22T04:35:34Z</dcterms:modified>
</cp:coreProperties>
</file>